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y Grotesk Wide Bold" charset="1" panose="00000805000000000000"/>
      <p:regular r:id="rId16"/>
    </p:embeddedFont>
    <p:embeddedFont>
      <p:font typeface="TT Interphases Bold" charset="1" panose="02000803060000020004"/>
      <p:regular r:id="rId17"/>
    </p:embeddedFont>
    <p:embeddedFont>
      <p:font typeface="TT Interphases" charset="1" panose="02000503020000020004"/>
      <p:regular r:id="rId18"/>
    </p:embeddedFont>
    <p:embeddedFont>
      <p:font typeface="Cy Grotesk Wide" charset="1" panose="00000505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0.pn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3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35.jpeg" Type="http://schemas.openxmlformats.org/officeDocument/2006/relationships/image"/><Relationship Id="rId6" Target="../media/image36.jpeg" Type="http://schemas.openxmlformats.org/officeDocument/2006/relationships/image"/><Relationship Id="rId7" Target="../media/image37.jpe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44.jpeg" Type="http://schemas.openxmlformats.org/officeDocument/2006/relationships/image"/><Relationship Id="rId8" Target="../media/image4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4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png" Type="http://schemas.openxmlformats.org/officeDocument/2006/relationships/image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0.png" Type="http://schemas.openxmlformats.org/officeDocument/2006/relationships/image"/><Relationship Id="rId7" Target="../media/image49.jpeg" Type="http://schemas.openxmlformats.org/officeDocument/2006/relationships/image"/><Relationship Id="rId8" Target="../media/image50.jpe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0.pn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Relationship Id="rId9" Target="../media/image5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26310" y="-1347854"/>
            <a:ext cx="6550378" cy="6288363"/>
          </a:xfrm>
          <a:custGeom>
            <a:avLst/>
            <a:gdLst/>
            <a:ahLst/>
            <a:cxnLst/>
            <a:rect r="r" b="b" t="t" l="l"/>
            <a:pathLst>
              <a:path h="6288363" w="6550378">
                <a:moveTo>
                  <a:pt x="0" y="0"/>
                </a:moveTo>
                <a:lnTo>
                  <a:pt x="6550378" y="0"/>
                </a:lnTo>
                <a:lnTo>
                  <a:pt x="6550378" y="6288363"/>
                </a:lnTo>
                <a:lnTo>
                  <a:pt x="0" y="6288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363870"/>
            <a:ext cx="13992509" cy="171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530"/>
              </a:lnSpc>
            </a:pPr>
            <a:r>
              <a:rPr lang="en-US" b="true" sz="13473">
                <a:solidFill>
                  <a:srgbClr val="FF681D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Power Code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065564" y="-1645920"/>
            <a:ext cx="7315200" cy="3291840"/>
          </a:xfrm>
          <a:custGeom>
            <a:avLst/>
            <a:gdLst/>
            <a:ahLst/>
            <a:cxnLst/>
            <a:rect r="r" b="b" t="t" l="l"/>
            <a:pathLst>
              <a:path h="3291840" w="7315200">
                <a:moveTo>
                  <a:pt x="0" y="0"/>
                </a:moveTo>
                <a:lnTo>
                  <a:pt x="7315200" y="0"/>
                </a:lnTo>
                <a:lnTo>
                  <a:pt x="7315200" y="3291840"/>
                </a:lnTo>
                <a:lnTo>
                  <a:pt x="0" y="32918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2086895" y="8255508"/>
            <a:ext cx="9454243" cy="4727121"/>
          </a:xfrm>
          <a:custGeom>
            <a:avLst/>
            <a:gdLst/>
            <a:ahLst/>
            <a:cxnLst/>
            <a:rect r="r" b="b" t="t" l="l"/>
            <a:pathLst>
              <a:path h="4727121" w="9454243">
                <a:moveTo>
                  <a:pt x="0" y="4727122"/>
                </a:moveTo>
                <a:lnTo>
                  <a:pt x="9454243" y="4727122"/>
                </a:lnTo>
                <a:lnTo>
                  <a:pt x="9454243" y="0"/>
                </a:lnTo>
                <a:lnTo>
                  <a:pt x="0" y="0"/>
                </a:lnTo>
                <a:lnTo>
                  <a:pt x="0" y="472712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24043" y="725552"/>
            <a:ext cx="625046" cy="606295"/>
          </a:xfrm>
          <a:custGeom>
            <a:avLst/>
            <a:gdLst/>
            <a:ahLst/>
            <a:cxnLst/>
            <a:rect r="r" b="b" t="t" l="l"/>
            <a:pathLst>
              <a:path h="606295" w="625046">
                <a:moveTo>
                  <a:pt x="0" y="0"/>
                </a:moveTo>
                <a:lnTo>
                  <a:pt x="625047" y="0"/>
                </a:lnTo>
                <a:lnTo>
                  <a:pt x="625047" y="606296"/>
                </a:lnTo>
                <a:lnTo>
                  <a:pt x="0" y="6062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26898" y="8051401"/>
            <a:ext cx="5574236" cy="4114800"/>
          </a:xfrm>
          <a:custGeom>
            <a:avLst/>
            <a:gdLst/>
            <a:ahLst/>
            <a:cxnLst/>
            <a:rect r="r" b="b" t="t" l="l"/>
            <a:pathLst>
              <a:path h="4114800" w="5574236">
                <a:moveTo>
                  <a:pt x="0" y="0"/>
                </a:moveTo>
                <a:lnTo>
                  <a:pt x="5574237" y="0"/>
                </a:lnTo>
                <a:lnTo>
                  <a:pt x="55742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4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18475" y="6978647"/>
            <a:ext cx="10379813" cy="76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5"/>
              </a:lnSpc>
            </a:pPr>
            <a:r>
              <a:rPr lang="en-US" b="true" sz="4496">
                <a:solidFill>
                  <a:srgbClr val="3D746C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Aplicación Web para Gimnasios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89973" y="1457008"/>
            <a:ext cx="3093188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1998">
                <a:solidFill>
                  <a:srgbClr val="FF681D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Solución moderna para la gestión integral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720082" y="-2057400"/>
            <a:ext cx="5574236" cy="4114800"/>
          </a:xfrm>
          <a:custGeom>
            <a:avLst/>
            <a:gdLst/>
            <a:ahLst/>
            <a:cxnLst/>
            <a:rect r="r" b="b" t="t" l="l"/>
            <a:pathLst>
              <a:path h="4114800" w="5574236">
                <a:moveTo>
                  <a:pt x="0" y="0"/>
                </a:moveTo>
                <a:lnTo>
                  <a:pt x="5574237" y="0"/>
                </a:lnTo>
                <a:lnTo>
                  <a:pt x="55742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8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456089" y="-2318068"/>
            <a:ext cx="5574236" cy="4114800"/>
          </a:xfrm>
          <a:custGeom>
            <a:avLst/>
            <a:gdLst/>
            <a:ahLst/>
            <a:cxnLst/>
            <a:rect r="r" b="b" t="t" l="l"/>
            <a:pathLst>
              <a:path h="4114800" w="5574236">
                <a:moveTo>
                  <a:pt x="0" y="0"/>
                </a:moveTo>
                <a:lnTo>
                  <a:pt x="5574236" y="0"/>
                </a:lnTo>
                <a:lnTo>
                  <a:pt x="55742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34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313371" y="8145041"/>
            <a:ext cx="7315200" cy="3927519"/>
          </a:xfrm>
          <a:custGeom>
            <a:avLst/>
            <a:gdLst/>
            <a:ahLst/>
            <a:cxnLst/>
            <a:rect r="r" b="b" t="t" l="l"/>
            <a:pathLst>
              <a:path h="3927519" w="7315200">
                <a:moveTo>
                  <a:pt x="0" y="0"/>
                </a:moveTo>
                <a:lnTo>
                  <a:pt x="7315200" y="0"/>
                </a:lnTo>
                <a:lnTo>
                  <a:pt x="7315200" y="3927520"/>
                </a:lnTo>
                <a:lnTo>
                  <a:pt x="0" y="392752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665162" y="3080491"/>
            <a:ext cx="4165802" cy="2232477"/>
          </a:xfrm>
          <a:custGeom>
            <a:avLst/>
            <a:gdLst/>
            <a:ahLst/>
            <a:cxnLst/>
            <a:rect r="r" b="b" t="t" l="l"/>
            <a:pathLst>
              <a:path h="2232477" w="4165802">
                <a:moveTo>
                  <a:pt x="0" y="0"/>
                </a:moveTo>
                <a:lnTo>
                  <a:pt x="4165802" y="0"/>
                </a:lnTo>
                <a:lnTo>
                  <a:pt x="4165802" y="2232477"/>
                </a:lnTo>
                <a:lnTo>
                  <a:pt x="0" y="22324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44823" y="3893065"/>
            <a:ext cx="6450815" cy="8104100"/>
            <a:chOff x="0" y="0"/>
            <a:chExt cx="5054562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13" y="0"/>
              <a:ext cx="50545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5054565">
                  <a:moveTo>
                    <a:pt x="2936037" y="6350000"/>
                  </a:moveTo>
                  <a:cubicBezTo>
                    <a:pt x="2599030" y="6329096"/>
                    <a:pt x="2262023" y="6308204"/>
                    <a:pt x="1925003" y="6287313"/>
                  </a:cubicBezTo>
                  <a:cubicBezTo>
                    <a:pt x="1632954" y="6283439"/>
                    <a:pt x="1340892" y="6279553"/>
                    <a:pt x="1048842" y="6275680"/>
                  </a:cubicBezTo>
                  <a:cubicBezTo>
                    <a:pt x="876783" y="6257290"/>
                    <a:pt x="520103" y="6192584"/>
                    <a:pt x="276708" y="5909780"/>
                  </a:cubicBezTo>
                  <a:cubicBezTo>
                    <a:pt x="69203" y="5668683"/>
                    <a:pt x="43396" y="5384508"/>
                    <a:pt x="27953" y="5153190"/>
                  </a:cubicBezTo>
                  <a:cubicBezTo>
                    <a:pt x="-2502" y="4697095"/>
                    <a:pt x="-22999" y="3992042"/>
                    <a:pt x="48552" y="3060395"/>
                  </a:cubicBezTo>
                  <a:cubicBezTo>
                    <a:pt x="64389" y="2781287"/>
                    <a:pt x="121717" y="1809585"/>
                    <a:pt x="226784" y="817562"/>
                  </a:cubicBezTo>
                  <a:cubicBezTo>
                    <a:pt x="246139" y="634860"/>
                    <a:pt x="285255" y="308254"/>
                    <a:pt x="525793" y="135636"/>
                  </a:cubicBezTo>
                  <a:cubicBezTo>
                    <a:pt x="678777" y="25844"/>
                    <a:pt x="850469" y="23381"/>
                    <a:pt x="928358" y="22238"/>
                  </a:cubicBezTo>
                  <a:cubicBezTo>
                    <a:pt x="1396162" y="15380"/>
                    <a:pt x="2121472" y="2756"/>
                    <a:pt x="3033141" y="0"/>
                  </a:cubicBezTo>
                  <a:cubicBezTo>
                    <a:pt x="3338119" y="22301"/>
                    <a:pt x="3643097" y="44590"/>
                    <a:pt x="3948062" y="66891"/>
                  </a:cubicBezTo>
                  <a:cubicBezTo>
                    <a:pt x="4119868" y="62344"/>
                    <a:pt x="4482605" y="78804"/>
                    <a:pt x="4744136" y="328638"/>
                  </a:cubicBezTo>
                  <a:cubicBezTo>
                    <a:pt x="5002454" y="575399"/>
                    <a:pt x="5029937" y="923633"/>
                    <a:pt x="5042332" y="1175931"/>
                  </a:cubicBezTo>
                  <a:cubicBezTo>
                    <a:pt x="5094313" y="2233765"/>
                    <a:pt x="4968469" y="3382442"/>
                    <a:pt x="4893120" y="3967264"/>
                  </a:cubicBezTo>
                  <a:cubicBezTo>
                    <a:pt x="4789463" y="4443222"/>
                    <a:pt x="4689005" y="4890567"/>
                    <a:pt x="4582135" y="5366017"/>
                  </a:cubicBezTo>
                  <a:cubicBezTo>
                    <a:pt x="4536694" y="5568188"/>
                    <a:pt x="4485412" y="5783390"/>
                    <a:pt x="4303357" y="5959449"/>
                  </a:cubicBezTo>
                  <a:cubicBezTo>
                    <a:pt x="4154259" y="6103633"/>
                    <a:pt x="3986479" y="6154826"/>
                    <a:pt x="3739617" y="6227115"/>
                  </a:cubicBezTo>
                  <a:cubicBezTo>
                    <a:pt x="3555987" y="6280899"/>
                    <a:pt x="3282188" y="6342075"/>
                    <a:pt x="2936037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801" t="0" r="-801" b="0"/>
              </a:stretch>
            </a:blipFill>
          </p:spPr>
        </p:sp>
      </p:grpSp>
      <p:sp>
        <p:nvSpPr>
          <p:cNvPr name="AutoShape 5" id="5"/>
          <p:cNvSpPr/>
          <p:nvPr/>
        </p:nvSpPr>
        <p:spPr>
          <a:xfrm>
            <a:off x="7715386" y="-103686"/>
            <a:ext cx="0" cy="10390686"/>
          </a:xfrm>
          <a:prstGeom prst="line">
            <a:avLst/>
          </a:prstGeom>
          <a:ln cap="flat" w="28575">
            <a:solidFill>
              <a:srgbClr val="1718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7701099" y="3631851"/>
            <a:ext cx="10586901" cy="14287"/>
          </a:xfrm>
          <a:prstGeom prst="line">
            <a:avLst/>
          </a:prstGeom>
          <a:ln cap="flat" w="28575">
            <a:solidFill>
              <a:srgbClr val="1718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 flipV="true">
            <a:off x="7701079" y="7019919"/>
            <a:ext cx="10586901" cy="14287"/>
          </a:xfrm>
          <a:prstGeom prst="line">
            <a:avLst/>
          </a:prstGeom>
          <a:ln cap="flat" w="28575">
            <a:solidFill>
              <a:srgbClr val="1718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-5400000">
            <a:off x="16045287" y="8015157"/>
            <a:ext cx="4165802" cy="2232477"/>
          </a:xfrm>
          <a:custGeom>
            <a:avLst/>
            <a:gdLst/>
            <a:ahLst/>
            <a:cxnLst/>
            <a:rect r="r" b="b" t="t" l="l"/>
            <a:pathLst>
              <a:path h="2232477" w="4165802">
                <a:moveTo>
                  <a:pt x="0" y="0"/>
                </a:moveTo>
                <a:lnTo>
                  <a:pt x="4165802" y="0"/>
                </a:lnTo>
                <a:lnTo>
                  <a:pt x="4165802" y="2232477"/>
                </a:lnTo>
                <a:lnTo>
                  <a:pt x="0" y="22324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271863" y="1255357"/>
            <a:ext cx="858472" cy="85847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D8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7"/>
                </a:lnSpc>
              </a:pPr>
              <a:r>
                <a:rPr lang="en-US" b="true" sz="2498">
                  <a:solidFill>
                    <a:srgbClr val="171819"/>
                  </a:solidFill>
                  <a:latin typeface="Cy Grotesk Wide Bold"/>
                  <a:ea typeface="Cy Grotesk Wide Bold"/>
                  <a:cs typeface="Cy Grotesk Wide Bold"/>
                  <a:sym typeface="Cy Grotesk Wide Bold"/>
                </a:rPr>
                <a:t>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22330" y="1006075"/>
            <a:ext cx="5889297" cy="804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97"/>
              </a:lnSpc>
            </a:pPr>
            <a:r>
              <a:rPr lang="en-US" b="true" sz="5863">
                <a:solidFill>
                  <a:srgbClr val="838FC6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Problemática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59422" y="1198207"/>
            <a:ext cx="7354741" cy="45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7"/>
              </a:lnSpc>
              <a:spcBef>
                <a:spcPct val="0"/>
              </a:spcBef>
            </a:pPr>
            <a:r>
              <a:rPr lang="en-US" b="true" sz="2798">
                <a:solidFill>
                  <a:srgbClr val="FF681D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Métodos manuales ineficientes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59422" y="1972272"/>
            <a:ext cx="8352502" cy="1158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7"/>
              </a:lnSpc>
              <a:spcBef>
                <a:spcPct val="0"/>
              </a:spcBef>
            </a:pPr>
            <a:r>
              <a:rPr lang="en-US" sz="2098">
                <a:solidFill>
                  <a:srgbClr val="17181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La gestión tradicional con papel y hojas de Excel consume tiempo excesivo, genera procesos lentos y dificulta el seguimiento efectivo de usuarios y membresías del gimnasio.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59422" y="4516216"/>
            <a:ext cx="7354741" cy="45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7"/>
              </a:lnSpc>
              <a:spcBef>
                <a:spcPct val="0"/>
              </a:spcBef>
            </a:pPr>
            <a:r>
              <a:rPr lang="en-US" b="true" sz="2798" strike="noStrike" u="none">
                <a:solidFill>
                  <a:srgbClr val="FF681D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Errores en cobros y registros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59422" y="5286877"/>
            <a:ext cx="8352502" cy="1158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7"/>
              </a:lnSpc>
              <a:spcBef>
                <a:spcPct val="0"/>
              </a:spcBef>
            </a:pPr>
            <a:r>
              <a:rPr lang="en-US" sz="2098">
                <a:solidFill>
                  <a:srgbClr val="17181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Los registros manuales provocan frecuentes errores en los cobros, duplicación de datos y confusión en el control de pagos de los clientes del gimnasio.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59422" y="7696194"/>
            <a:ext cx="7354741" cy="45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7"/>
              </a:lnSpc>
              <a:spcBef>
                <a:spcPct val="0"/>
              </a:spcBef>
            </a:pPr>
            <a:r>
              <a:rPr lang="en-US" b="true" sz="2798" strike="noStrike" u="none">
                <a:solidFill>
                  <a:srgbClr val="FF681D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Pérdida de información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59422" y="8466855"/>
            <a:ext cx="8352502" cy="1158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7"/>
              </a:lnSpc>
              <a:spcBef>
                <a:spcPct val="0"/>
              </a:spcBef>
            </a:pPr>
            <a:r>
              <a:rPr lang="en-US" sz="2098">
                <a:solidFill>
                  <a:srgbClr val="17181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Sin un sistema centralizado, la información se pierde fácilmente, generando desorganización administrativa y afectando la calidad del servicio al cliente.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300438" y="4924316"/>
            <a:ext cx="858472" cy="85847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D8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7"/>
                </a:lnSpc>
              </a:pPr>
              <a:r>
                <a:rPr lang="en-US" b="true" sz="2498">
                  <a:solidFill>
                    <a:srgbClr val="171819"/>
                  </a:solidFill>
                  <a:latin typeface="Cy Grotesk Wide Bold"/>
                  <a:ea typeface="Cy Grotesk Wide Bold"/>
                  <a:cs typeface="Cy Grotesk Wide Bold"/>
                  <a:sym typeface="Cy Grotesk Wide Bold"/>
                </a:rPr>
                <a:t>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396598" y="8464340"/>
            <a:ext cx="858472" cy="85847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D8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7"/>
                </a:lnSpc>
              </a:pPr>
              <a:r>
                <a:rPr lang="en-US" b="true" sz="2498">
                  <a:solidFill>
                    <a:srgbClr val="171819"/>
                  </a:solidFill>
                  <a:latin typeface="Cy Grotesk Wide Bold"/>
                  <a:ea typeface="Cy Grotesk Wide Bold"/>
                  <a:cs typeface="Cy Grotesk Wide Bold"/>
                  <a:sym typeface="Cy Grotesk Wide Bold"/>
                </a:rPr>
                <a:t>3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4241988" y="-1784705"/>
            <a:ext cx="7315200" cy="3291840"/>
          </a:xfrm>
          <a:custGeom>
            <a:avLst/>
            <a:gdLst/>
            <a:ahLst/>
            <a:cxnLst/>
            <a:rect r="r" b="b" t="t" l="l"/>
            <a:pathLst>
              <a:path h="3291840" w="7315200">
                <a:moveTo>
                  <a:pt x="0" y="0"/>
                </a:moveTo>
                <a:lnTo>
                  <a:pt x="7315200" y="0"/>
                </a:lnTo>
                <a:lnTo>
                  <a:pt x="7315200" y="3291840"/>
                </a:lnTo>
                <a:lnTo>
                  <a:pt x="0" y="3291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149221" y="-1430874"/>
            <a:ext cx="3500733" cy="2584178"/>
          </a:xfrm>
          <a:custGeom>
            <a:avLst/>
            <a:gdLst/>
            <a:ahLst/>
            <a:cxnLst/>
            <a:rect r="r" b="b" t="t" l="l"/>
            <a:pathLst>
              <a:path h="2584178" w="3500733">
                <a:moveTo>
                  <a:pt x="0" y="0"/>
                </a:moveTo>
                <a:lnTo>
                  <a:pt x="3500733" y="0"/>
                </a:lnTo>
                <a:lnTo>
                  <a:pt x="3500733" y="2584177"/>
                </a:lnTo>
                <a:lnTo>
                  <a:pt x="0" y="25841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9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61161" y="2007182"/>
            <a:ext cx="6333958" cy="1662664"/>
          </a:xfrm>
          <a:custGeom>
            <a:avLst/>
            <a:gdLst/>
            <a:ahLst/>
            <a:cxnLst/>
            <a:rect r="r" b="b" t="t" l="l"/>
            <a:pathLst>
              <a:path h="1662664" w="6333958">
                <a:moveTo>
                  <a:pt x="0" y="0"/>
                </a:moveTo>
                <a:lnTo>
                  <a:pt x="6333958" y="0"/>
                </a:lnTo>
                <a:lnTo>
                  <a:pt x="6333958" y="1662664"/>
                </a:lnTo>
                <a:lnTo>
                  <a:pt x="0" y="1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27835" y="1791010"/>
            <a:ext cx="7000610" cy="1473654"/>
            <a:chOff x="0" y="0"/>
            <a:chExt cx="1843782" cy="38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43782" cy="388123"/>
            </a:xfrm>
            <a:custGeom>
              <a:avLst/>
              <a:gdLst/>
              <a:ahLst/>
              <a:cxnLst/>
              <a:rect r="r" b="b" t="t" l="l"/>
              <a:pathLst>
                <a:path h="388123" w="1843782">
                  <a:moveTo>
                    <a:pt x="56401" y="0"/>
                  </a:moveTo>
                  <a:lnTo>
                    <a:pt x="1787382" y="0"/>
                  </a:lnTo>
                  <a:cubicBezTo>
                    <a:pt x="1802340" y="0"/>
                    <a:pt x="1816686" y="5942"/>
                    <a:pt x="1827263" y="16519"/>
                  </a:cubicBezTo>
                  <a:cubicBezTo>
                    <a:pt x="1837840" y="27096"/>
                    <a:pt x="1843782" y="41442"/>
                    <a:pt x="1843782" y="56401"/>
                  </a:cubicBezTo>
                  <a:lnTo>
                    <a:pt x="1843782" y="331722"/>
                  </a:lnTo>
                  <a:cubicBezTo>
                    <a:pt x="1843782" y="346681"/>
                    <a:pt x="1837840" y="361026"/>
                    <a:pt x="1827263" y="371603"/>
                  </a:cubicBezTo>
                  <a:cubicBezTo>
                    <a:pt x="1816686" y="382181"/>
                    <a:pt x="1802340" y="388123"/>
                    <a:pt x="1787382" y="388123"/>
                  </a:cubicBezTo>
                  <a:lnTo>
                    <a:pt x="56401" y="388123"/>
                  </a:lnTo>
                  <a:cubicBezTo>
                    <a:pt x="41442" y="388123"/>
                    <a:pt x="27096" y="382181"/>
                    <a:pt x="16519" y="371603"/>
                  </a:cubicBezTo>
                  <a:cubicBezTo>
                    <a:pt x="5942" y="361026"/>
                    <a:pt x="0" y="346681"/>
                    <a:pt x="0" y="331722"/>
                  </a:cubicBezTo>
                  <a:lnTo>
                    <a:pt x="0" y="56401"/>
                  </a:lnTo>
                  <a:cubicBezTo>
                    <a:pt x="0" y="41442"/>
                    <a:pt x="5942" y="27096"/>
                    <a:pt x="16519" y="16519"/>
                  </a:cubicBezTo>
                  <a:cubicBezTo>
                    <a:pt x="27096" y="5942"/>
                    <a:pt x="41442" y="0"/>
                    <a:pt x="56401" y="0"/>
                  </a:cubicBezTo>
                  <a:close/>
                </a:path>
              </a:pathLst>
            </a:custGeom>
            <a:solidFill>
              <a:srgbClr val="FFFEF8"/>
            </a:solidFill>
            <a:ln w="38100" cap="rnd">
              <a:solidFill>
                <a:srgbClr val="171819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843782" cy="416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90746" y="7608810"/>
            <a:ext cx="6873590" cy="1804317"/>
          </a:xfrm>
          <a:custGeom>
            <a:avLst/>
            <a:gdLst/>
            <a:ahLst/>
            <a:cxnLst/>
            <a:rect r="r" b="b" t="t" l="l"/>
            <a:pathLst>
              <a:path h="1804317" w="6873590">
                <a:moveTo>
                  <a:pt x="0" y="0"/>
                </a:moveTo>
                <a:lnTo>
                  <a:pt x="6873590" y="0"/>
                </a:lnTo>
                <a:lnTo>
                  <a:pt x="6873590" y="1804317"/>
                </a:lnTo>
                <a:lnTo>
                  <a:pt x="0" y="1804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184443" y="-1782407"/>
            <a:ext cx="6550378" cy="6288363"/>
          </a:xfrm>
          <a:custGeom>
            <a:avLst/>
            <a:gdLst/>
            <a:ahLst/>
            <a:cxnLst/>
            <a:rect r="r" b="b" t="t" l="l"/>
            <a:pathLst>
              <a:path h="6288363" w="6550378">
                <a:moveTo>
                  <a:pt x="0" y="0"/>
                </a:moveTo>
                <a:lnTo>
                  <a:pt x="6550378" y="0"/>
                </a:lnTo>
                <a:lnTo>
                  <a:pt x="6550378" y="6288363"/>
                </a:lnTo>
                <a:lnTo>
                  <a:pt x="0" y="62883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791010"/>
            <a:ext cx="7000610" cy="7118947"/>
            <a:chOff x="0" y="0"/>
            <a:chExt cx="1843782" cy="18749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43782" cy="1874949"/>
            </a:xfrm>
            <a:custGeom>
              <a:avLst/>
              <a:gdLst/>
              <a:ahLst/>
              <a:cxnLst/>
              <a:rect r="r" b="b" t="t" l="l"/>
              <a:pathLst>
                <a:path h="1874949" w="1843782">
                  <a:moveTo>
                    <a:pt x="56401" y="0"/>
                  </a:moveTo>
                  <a:lnTo>
                    <a:pt x="1787382" y="0"/>
                  </a:lnTo>
                  <a:cubicBezTo>
                    <a:pt x="1802340" y="0"/>
                    <a:pt x="1816686" y="5942"/>
                    <a:pt x="1827263" y="16519"/>
                  </a:cubicBezTo>
                  <a:cubicBezTo>
                    <a:pt x="1837840" y="27096"/>
                    <a:pt x="1843782" y="41442"/>
                    <a:pt x="1843782" y="56401"/>
                  </a:cubicBezTo>
                  <a:lnTo>
                    <a:pt x="1843782" y="1818548"/>
                  </a:lnTo>
                  <a:cubicBezTo>
                    <a:pt x="1843782" y="1849698"/>
                    <a:pt x="1818531" y="1874949"/>
                    <a:pt x="1787382" y="1874949"/>
                  </a:cubicBezTo>
                  <a:lnTo>
                    <a:pt x="56401" y="1874949"/>
                  </a:lnTo>
                  <a:cubicBezTo>
                    <a:pt x="41442" y="1874949"/>
                    <a:pt x="27096" y="1869007"/>
                    <a:pt x="16519" y="1858430"/>
                  </a:cubicBezTo>
                  <a:cubicBezTo>
                    <a:pt x="5942" y="1847853"/>
                    <a:pt x="0" y="1833507"/>
                    <a:pt x="0" y="1818548"/>
                  </a:cubicBezTo>
                  <a:lnTo>
                    <a:pt x="0" y="56401"/>
                  </a:lnTo>
                  <a:cubicBezTo>
                    <a:pt x="0" y="41442"/>
                    <a:pt x="5942" y="27096"/>
                    <a:pt x="16519" y="16519"/>
                  </a:cubicBezTo>
                  <a:cubicBezTo>
                    <a:pt x="27096" y="5942"/>
                    <a:pt x="41442" y="0"/>
                    <a:pt x="56401" y="0"/>
                  </a:cubicBezTo>
                  <a:close/>
                </a:path>
              </a:pathLst>
            </a:custGeom>
            <a:solidFill>
              <a:srgbClr val="FFFEF8"/>
            </a:solidFill>
            <a:ln w="38100" cap="rnd">
              <a:solidFill>
                <a:srgbClr val="171819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843782" cy="1903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661161" y="3803210"/>
            <a:ext cx="6333958" cy="1662664"/>
          </a:xfrm>
          <a:custGeom>
            <a:avLst/>
            <a:gdLst/>
            <a:ahLst/>
            <a:cxnLst/>
            <a:rect r="r" b="b" t="t" l="l"/>
            <a:pathLst>
              <a:path h="1662664" w="6333958">
                <a:moveTo>
                  <a:pt x="0" y="0"/>
                </a:moveTo>
                <a:lnTo>
                  <a:pt x="6333958" y="0"/>
                </a:lnTo>
                <a:lnTo>
                  <a:pt x="6333958" y="1662664"/>
                </a:lnTo>
                <a:lnTo>
                  <a:pt x="0" y="1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327835" y="3669846"/>
            <a:ext cx="7000610" cy="1473654"/>
            <a:chOff x="0" y="0"/>
            <a:chExt cx="1843782" cy="3881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43782" cy="388123"/>
            </a:xfrm>
            <a:custGeom>
              <a:avLst/>
              <a:gdLst/>
              <a:ahLst/>
              <a:cxnLst/>
              <a:rect r="r" b="b" t="t" l="l"/>
              <a:pathLst>
                <a:path h="388123" w="1843782">
                  <a:moveTo>
                    <a:pt x="56401" y="0"/>
                  </a:moveTo>
                  <a:lnTo>
                    <a:pt x="1787382" y="0"/>
                  </a:lnTo>
                  <a:cubicBezTo>
                    <a:pt x="1802340" y="0"/>
                    <a:pt x="1816686" y="5942"/>
                    <a:pt x="1827263" y="16519"/>
                  </a:cubicBezTo>
                  <a:cubicBezTo>
                    <a:pt x="1837840" y="27096"/>
                    <a:pt x="1843782" y="41442"/>
                    <a:pt x="1843782" y="56401"/>
                  </a:cubicBezTo>
                  <a:lnTo>
                    <a:pt x="1843782" y="331722"/>
                  </a:lnTo>
                  <a:cubicBezTo>
                    <a:pt x="1843782" y="346681"/>
                    <a:pt x="1837840" y="361026"/>
                    <a:pt x="1827263" y="371603"/>
                  </a:cubicBezTo>
                  <a:cubicBezTo>
                    <a:pt x="1816686" y="382181"/>
                    <a:pt x="1802340" y="388123"/>
                    <a:pt x="1787382" y="388123"/>
                  </a:cubicBezTo>
                  <a:lnTo>
                    <a:pt x="56401" y="388123"/>
                  </a:lnTo>
                  <a:cubicBezTo>
                    <a:pt x="41442" y="388123"/>
                    <a:pt x="27096" y="382181"/>
                    <a:pt x="16519" y="371603"/>
                  </a:cubicBezTo>
                  <a:cubicBezTo>
                    <a:pt x="5942" y="361026"/>
                    <a:pt x="0" y="346681"/>
                    <a:pt x="0" y="331722"/>
                  </a:cubicBezTo>
                  <a:lnTo>
                    <a:pt x="0" y="56401"/>
                  </a:lnTo>
                  <a:cubicBezTo>
                    <a:pt x="0" y="41442"/>
                    <a:pt x="5942" y="27096"/>
                    <a:pt x="16519" y="16519"/>
                  </a:cubicBezTo>
                  <a:cubicBezTo>
                    <a:pt x="27096" y="5942"/>
                    <a:pt x="41442" y="0"/>
                    <a:pt x="56401" y="0"/>
                  </a:cubicBezTo>
                  <a:close/>
                </a:path>
              </a:pathLst>
            </a:custGeom>
            <a:solidFill>
              <a:srgbClr val="FFFEF8"/>
            </a:solidFill>
            <a:ln w="38100" cap="rnd">
              <a:solidFill>
                <a:srgbClr val="171819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843782" cy="416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661161" y="5773640"/>
            <a:ext cx="6333958" cy="1662664"/>
          </a:xfrm>
          <a:custGeom>
            <a:avLst/>
            <a:gdLst/>
            <a:ahLst/>
            <a:cxnLst/>
            <a:rect r="r" b="b" t="t" l="l"/>
            <a:pathLst>
              <a:path h="1662664" w="6333958">
                <a:moveTo>
                  <a:pt x="0" y="0"/>
                </a:moveTo>
                <a:lnTo>
                  <a:pt x="6333958" y="0"/>
                </a:lnTo>
                <a:lnTo>
                  <a:pt x="6333958" y="1662664"/>
                </a:lnTo>
                <a:lnTo>
                  <a:pt x="0" y="1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327835" y="5553075"/>
            <a:ext cx="7000610" cy="1473654"/>
            <a:chOff x="0" y="0"/>
            <a:chExt cx="1843782" cy="3881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43782" cy="388123"/>
            </a:xfrm>
            <a:custGeom>
              <a:avLst/>
              <a:gdLst/>
              <a:ahLst/>
              <a:cxnLst/>
              <a:rect r="r" b="b" t="t" l="l"/>
              <a:pathLst>
                <a:path h="388123" w="1843782">
                  <a:moveTo>
                    <a:pt x="56401" y="0"/>
                  </a:moveTo>
                  <a:lnTo>
                    <a:pt x="1787382" y="0"/>
                  </a:lnTo>
                  <a:cubicBezTo>
                    <a:pt x="1802340" y="0"/>
                    <a:pt x="1816686" y="5942"/>
                    <a:pt x="1827263" y="16519"/>
                  </a:cubicBezTo>
                  <a:cubicBezTo>
                    <a:pt x="1837840" y="27096"/>
                    <a:pt x="1843782" y="41442"/>
                    <a:pt x="1843782" y="56401"/>
                  </a:cubicBezTo>
                  <a:lnTo>
                    <a:pt x="1843782" y="331722"/>
                  </a:lnTo>
                  <a:cubicBezTo>
                    <a:pt x="1843782" y="346681"/>
                    <a:pt x="1837840" y="361026"/>
                    <a:pt x="1827263" y="371603"/>
                  </a:cubicBezTo>
                  <a:cubicBezTo>
                    <a:pt x="1816686" y="382181"/>
                    <a:pt x="1802340" y="388123"/>
                    <a:pt x="1787382" y="388123"/>
                  </a:cubicBezTo>
                  <a:lnTo>
                    <a:pt x="56401" y="388123"/>
                  </a:lnTo>
                  <a:cubicBezTo>
                    <a:pt x="41442" y="388123"/>
                    <a:pt x="27096" y="382181"/>
                    <a:pt x="16519" y="371603"/>
                  </a:cubicBezTo>
                  <a:cubicBezTo>
                    <a:pt x="5942" y="361026"/>
                    <a:pt x="0" y="346681"/>
                    <a:pt x="0" y="331722"/>
                  </a:cubicBezTo>
                  <a:lnTo>
                    <a:pt x="0" y="56401"/>
                  </a:lnTo>
                  <a:cubicBezTo>
                    <a:pt x="0" y="41442"/>
                    <a:pt x="5942" y="27096"/>
                    <a:pt x="16519" y="16519"/>
                  </a:cubicBezTo>
                  <a:cubicBezTo>
                    <a:pt x="27096" y="5942"/>
                    <a:pt x="41442" y="0"/>
                    <a:pt x="56401" y="0"/>
                  </a:cubicBezTo>
                  <a:close/>
                </a:path>
              </a:pathLst>
            </a:custGeom>
            <a:solidFill>
              <a:srgbClr val="FFFEF8"/>
            </a:solidFill>
            <a:ln w="38100" cap="rnd">
              <a:solidFill>
                <a:srgbClr val="171819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843782" cy="416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2226620">
            <a:off x="14704864" y="7744763"/>
            <a:ext cx="5108872" cy="2113796"/>
          </a:xfrm>
          <a:custGeom>
            <a:avLst/>
            <a:gdLst/>
            <a:ahLst/>
            <a:cxnLst/>
            <a:rect r="r" b="b" t="t" l="l"/>
            <a:pathLst>
              <a:path h="2113796" w="5108872">
                <a:moveTo>
                  <a:pt x="0" y="0"/>
                </a:moveTo>
                <a:lnTo>
                  <a:pt x="5108872" y="0"/>
                </a:lnTo>
                <a:lnTo>
                  <a:pt x="5108872" y="2113796"/>
                </a:lnTo>
                <a:lnTo>
                  <a:pt x="0" y="21137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661161" y="7679636"/>
            <a:ext cx="6333958" cy="1662664"/>
          </a:xfrm>
          <a:custGeom>
            <a:avLst/>
            <a:gdLst/>
            <a:ahLst/>
            <a:cxnLst/>
            <a:rect r="r" b="b" t="t" l="l"/>
            <a:pathLst>
              <a:path h="1662664" w="6333958">
                <a:moveTo>
                  <a:pt x="0" y="0"/>
                </a:moveTo>
                <a:lnTo>
                  <a:pt x="6333958" y="0"/>
                </a:lnTo>
                <a:lnTo>
                  <a:pt x="6333958" y="1662664"/>
                </a:lnTo>
                <a:lnTo>
                  <a:pt x="0" y="1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9327835" y="7436304"/>
            <a:ext cx="7000610" cy="1473654"/>
            <a:chOff x="0" y="0"/>
            <a:chExt cx="1843782" cy="38812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43782" cy="388123"/>
            </a:xfrm>
            <a:custGeom>
              <a:avLst/>
              <a:gdLst/>
              <a:ahLst/>
              <a:cxnLst/>
              <a:rect r="r" b="b" t="t" l="l"/>
              <a:pathLst>
                <a:path h="388123" w="1843782">
                  <a:moveTo>
                    <a:pt x="56401" y="0"/>
                  </a:moveTo>
                  <a:lnTo>
                    <a:pt x="1787382" y="0"/>
                  </a:lnTo>
                  <a:cubicBezTo>
                    <a:pt x="1802340" y="0"/>
                    <a:pt x="1816686" y="5942"/>
                    <a:pt x="1827263" y="16519"/>
                  </a:cubicBezTo>
                  <a:cubicBezTo>
                    <a:pt x="1837840" y="27096"/>
                    <a:pt x="1843782" y="41442"/>
                    <a:pt x="1843782" y="56401"/>
                  </a:cubicBezTo>
                  <a:lnTo>
                    <a:pt x="1843782" y="331722"/>
                  </a:lnTo>
                  <a:cubicBezTo>
                    <a:pt x="1843782" y="346681"/>
                    <a:pt x="1837840" y="361026"/>
                    <a:pt x="1827263" y="371603"/>
                  </a:cubicBezTo>
                  <a:cubicBezTo>
                    <a:pt x="1816686" y="382181"/>
                    <a:pt x="1802340" y="388123"/>
                    <a:pt x="1787382" y="388123"/>
                  </a:cubicBezTo>
                  <a:lnTo>
                    <a:pt x="56401" y="388123"/>
                  </a:lnTo>
                  <a:cubicBezTo>
                    <a:pt x="41442" y="388123"/>
                    <a:pt x="27096" y="382181"/>
                    <a:pt x="16519" y="371603"/>
                  </a:cubicBezTo>
                  <a:cubicBezTo>
                    <a:pt x="5942" y="361026"/>
                    <a:pt x="0" y="346681"/>
                    <a:pt x="0" y="331722"/>
                  </a:cubicBezTo>
                  <a:lnTo>
                    <a:pt x="0" y="56401"/>
                  </a:lnTo>
                  <a:cubicBezTo>
                    <a:pt x="0" y="41442"/>
                    <a:pt x="5942" y="27096"/>
                    <a:pt x="16519" y="16519"/>
                  </a:cubicBezTo>
                  <a:cubicBezTo>
                    <a:pt x="27096" y="5942"/>
                    <a:pt x="41442" y="0"/>
                    <a:pt x="56401" y="0"/>
                  </a:cubicBezTo>
                  <a:close/>
                </a:path>
              </a:pathLst>
            </a:custGeom>
            <a:solidFill>
              <a:srgbClr val="FFFEF8"/>
            </a:solidFill>
            <a:ln w="28575" cap="rnd">
              <a:solidFill>
                <a:srgbClr val="171819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843782" cy="416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78131" y="5012216"/>
            <a:ext cx="6220081" cy="3498752"/>
            <a:chOff x="0" y="0"/>
            <a:chExt cx="1128903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287760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7"/>
              <a:stretch>
                <a:fillRect l="0" t="-671" r="0" b="-671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78131" y="2256375"/>
            <a:ext cx="6220081" cy="166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73"/>
              </a:lnSpc>
            </a:pPr>
            <a:r>
              <a:rPr lang="en-US" b="true" sz="5885" spc="-117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Objetivos</a:t>
            </a:r>
          </a:p>
          <a:p>
            <a:pPr algn="l" marL="0" indent="0" lvl="0">
              <a:lnSpc>
                <a:spcPts val="6473"/>
              </a:lnSpc>
            </a:pPr>
            <a:r>
              <a:rPr lang="en-US" b="true" sz="5885" spc="-117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del Proyecto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898599" y="1361774"/>
            <a:ext cx="858472" cy="858472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D5F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50"/>
                </a:lnSpc>
              </a:pPr>
              <a:r>
                <a:rPr lang="en-US" b="true" sz="1961">
                  <a:solidFill>
                    <a:srgbClr val="171819"/>
                  </a:solidFill>
                  <a:latin typeface="Cy Grotesk Wide Bold"/>
                  <a:ea typeface="Cy Grotesk Wide Bold"/>
                  <a:cs typeface="Cy Grotesk Wide Bold"/>
                  <a:sym typeface="Cy Grotesk Wide Bold"/>
                </a:rPr>
                <a:t>1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725303" y="3373975"/>
            <a:ext cx="858472" cy="858472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D8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50"/>
                </a:lnSpc>
              </a:pPr>
              <a:r>
                <a:rPr lang="en-US" b="true" sz="1961">
                  <a:solidFill>
                    <a:srgbClr val="171819"/>
                  </a:solidFill>
                  <a:latin typeface="Cy Grotesk Wide Bold"/>
                  <a:ea typeface="Cy Grotesk Wide Bold"/>
                  <a:cs typeface="Cy Grotesk Wide Bold"/>
                  <a:sym typeface="Cy Grotesk Wide Bold"/>
                </a:rPr>
                <a:t>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898599" y="5350484"/>
            <a:ext cx="858472" cy="858472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D5F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50"/>
                </a:lnSpc>
              </a:pPr>
              <a:r>
                <a:rPr lang="en-US" b="true" sz="1961">
                  <a:solidFill>
                    <a:srgbClr val="171819"/>
                  </a:solidFill>
                  <a:latin typeface="Cy Grotesk Wide Bold"/>
                  <a:ea typeface="Cy Grotesk Wide Bold"/>
                  <a:cs typeface="Cy Grotesk Wide Bold"/>
                  <a:sym typeface="Cy Grotesk Wide Bold"/>
                </a:rPr>
                <a:t>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899209" y="7131504"/>
            <a:ext cx="858472" cy="858472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D8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50"/>
                </a:lnSpc>
              </a:pPr>
              <a:r>
                <a:rPr lang="en-US" b="true" sz="1961">
                  <a:solidFill>
                    <a:srgbClr val="171819"/>
                  </a:solidFill>
                  <a:latin typeface="Cy Grotesk Wide Bold"/>
                  <a:ea typeface="Cy Grotesk Wide Bold"/>
                  <a:cs typeface="Cy Grotesk Wide Bold"/>
                  <a:sym typeface="Cy Grotesk Wide Bold"/>
                </a:rPr>
                <a:t>4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661161" y="2295109"/>
            <a:ext cx="7354741" cy="36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6"/>
              </a:lnSpc>
              <a:spcBef>
                <a:spcPct val="0"/>
              </a:spcBef>
            </a:pPr>
            <a:r>
              <a:rPr lang="en-US" b="true" sz="2197" strike="noStrike" u="none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Digitalizar la administración de gimnasios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57071" y="4167278"/>
            <a:ext cx="7354741" cy="36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6"/>
              </a:lnSpc>
              <a:spcBef>
                <a:spcPct val="0"/>
              </a:spcBef>
            </a:pPr>
            <a:r>
              <a:rPr lang="en-US" b="true" sz="2197" strike="noStrike" u="none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Optimizar control de usuarios y membresías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57071" y="6065949"/>
            <a:ext cx="7354741" cy="36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6"/>
              </a:lnSpc>
              <a:spcBef>
                <a:spcPct val="0"/>
              </a:spcBef>
            </a:pPr>
            <a:r>
              <a:rPr lang="en-US" b="true" sz="2197" strike="noStrike" u="none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Reducir errores con base de datos segura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757071" y="7961400"/>
            <a:ext cx="7354741" cy="36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6"/>
              </a:lnSpc>
              <a:spcBef>
                <a:spcPct val="0"/>
              </a:spcBef>
            </a:pPr>
            <a:r>
              <a:rPr lang="en-US" b="true" sz="2197" strike="noStrike" u="none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Interfaz moderna, intuitiva y accesible</a:t>
            </a:r>
          </a:p>
        </p:txBody>
      </p: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D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06944" y="4633376"/>
            <a:ext cx="11843739" cy="20411"/>
          </a:xfrm>
          <a:prstGeom prst="line">
            <a:avLst/>
          </a:prstGeom>
          <a:ln cap="flat" w="28575">
            <a:solidFill>
              <a:srgbClr val="FFFE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10800000">
            <a:off x="13344525" y="-230869"/>
            <a:ext cx="7315200" cy="3920257"/>
          </a:xfrm>
          <a:custGeom>
            <a:avLst/>
            <a:gdLst/>
            <a:ahLst/>
            <a:cxnLst/>
            <a:rect r="r" b="b" t="t" l="l"/>
            <a:pathLst>
              <a:path h="3920257" w="7315200">
                <a:moveTo>
                  <a:pt x="0" y="0"/>
                </a:moveTo>
                <a:lnTo>
                  <a:pt x="7315200" y="0"/>
                </a:lnTo>
                <a:lnTo>
                  <a:pt x="7315200" y="3920257"/>
                </a:lnTo>
                <a:lnTo>
                  <a:pt x="0" y="3920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87393" y="6138271"/>
            <a:ext cx="3119050" cy="818751"/>
          </a:xfrm>
          <a:custGeom>
            <a:avLst/>
            <a:gdLst/>
            <a:ahLst/>
            <a:cxnLst/>
            <a:rect r="r" b="b" t="t" l="l"/>
            <a:pathLst>
              <a:path h="818751" w="3119050">
                <a:moveTo>
                  <a:pt x="0" y="0"/>
                </a:moveTo>
                <a:lnTo>
                  <a:pt x="3119050" y="0"/>
                </a:lnTo>
                <a:lnTo>
                  <a:pt x="3119050" y="818750"/>
                </a:lnTo>
                <a:lnTo>
                  <a:pt x="0" y="81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346774" y="7502979"/>
            <a:ext cx="7315200" cy="3927519"/>
          </a:xfrm>
          <a:custGeom>
            <a:avLst/>
            <a:gdLst/>
            <a:ahLst/>
            <a:cxnLst/>
            <a:rect r="r" b="b" t="t" l="l"/>
            <a:pathLst>
              <a:path h="3927519" w="7315200">
                <a:moveTo>
                  <a:pt x="0" y="0"/>
                </a:moveTo>
                <a:lnTo>
                  <a:pt x="7315200" y="0"/>
                </a:lnTo>
                <a:lnTo>
                  <a:pt x="7315200" y="3927519"/>
                </a:lnTo>
                <a:lnTo>
                  <a:pt x="0" y="39275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1438" y="6138271"/>
            <a:ext cx="3119050" cy="818751"/>
          </a:xfrm>
          <a:custGeom>
            <a:avLst/>
            <a:gdLst/>
            <a:ahLst/>
            <a:cxnLst/>
            <a:rect r="r" b="b" t="t" l="l"/>
            <a:pathLst>
              <a:path h="818751" w="3119050">
                <a:moveTo>
                  <a:pt x="0" y="0"/>
                </a:moveTo>
                <a:lnTo>
                  <a:pt x="3119050" y="0"/>
                </a:lnTo>
                <a:lnTo>
                  <a:pt x="3119050" y="818750"/>
                </a:lnTo>
                <a:lnTo>
                  <a:pt x="0" y="81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262874" y="5541937"/>
            <a:ext cx="3168088" cy="1192667"/>
            <a:chOff x="0" y="0"/>
            <a:chExt cx="1079523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9523" cy="406400"/>
            </a:xfrm>
            <a:custGeom>
              <a:avLst/>
              <a:gdLst/>
              <a:ahLst/>
              <a:cxnLst/>
              <a:rect r="r" b="b" t="t" l="l"/>
              <a:pathLst>
                <a:path h="406400" w="1079523">
                  <a:moveTo>
                    <a:pt x="876323" y="0"/>
                  </a:moveTo>
                  <a:cubicBezTo>
                    <a:pt x="988547" y="0"/>
                    <a:pt x="1079523" y="90976"/>
                    <a:pt x="1079523" y="203200"/>
                  </a:cubicBezTo>
                  <a:cubicBezTo>
                    <a:pt x="1079523" y="315424"/>
                    <a:pt x="988547" y="406400"/>
                    <a:pt x="87632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4ED8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79523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448499" y="6174550"/>
            <a:ext cx="3119050" cy="818751"/>
          </a:xfrm>
          <a:custGeom>
            <a:avLst/>
            <a:gdLst/>
            <a:ahLst/>
            <a:cxnLst/>
            <a:rect r="r" b="b" t="t" l="l"/>
            <a:pathLst>
              <a:path h="818751" w="3119050">
                <a:moveTo>
                  <a:pt x="0" y="0"/>
                </a:moveTo>
                <a:lnTo>
                  <a:pt x="3119050" y="0"/>
                </a:lnTo>
                <a:lnTo>
                  <a:pt x="3119050" y="818750"/>
                </a:lnTo>
                <a:lnTo>
                  <a:pt x="0" y="81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399461" y="5578216"/>
            <a:ext cx="3168088" cy="1192667"/>
            <a:chOff x="0" y="0"/>
            <a:chExt cx="1079523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9523" cy="406400"/>
            </a:xfrm>
            <a:custGeom>
              <a:avLst/>
              <a:gdLst/>
              <a:ahLst/>
              <a:cxnLst/>
              <a:rect r="r" b="b" t="t" l="l"/>
              <a:pathLst>
                <a:path h="406400" w="1079523">
                  <a:moveTo>
                    <a:pt x="876323" y="0"/>
                  </a:moveTo>
                  <a:cubicBezTo>
                    <a:pt x="988547" y="0"/>
                    <a:pt x="1079523" y="90976"/>
                    <a:pt x="1079523" y="203200"/>
                  </a:cubicBezTo>
                  <a:cubicBezTo>
                    <a:pt x="1079523" y="315424"/>
                    <a:pt x="988547" y="406400"/>
                    <a:pt x="87632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4ED8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079523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06919" y="5553133"/>
            <a:ext cx="3168088" cy="1192667"/>
            <a:chOff x="0" y="0"/>
            <a:chExt cx="1079523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523" cy="406400"/>
            </a:xfrm>
            <a:custGeom>
              <a:avLst/>
              <a:gdLst/>
              <a:ahLst/>
              <a:cxnLst/>
              <a:rect r="r" b="b" t="t" l="l"/>
              <a:pathLst>
                <a:path h="406400" w="1079523">
                  <a:moveTo>
                    <a:pt x="876323" y="0"/>
                  </a:moveTo>
                  <a:cubicBezTo>
                    <a:pt x="988547" y="0"/>
                    <a:pt x="1079523" y="90976"/>
                    <a:pt x="1079523" y="203200"/>
                  </a:cubicBezTo>
                  <a:cubicBezTo>
                    <a:pt x="1079523" y="315424"/>
                    <a:pt x="988547" y="406400"/>
                    <a:pt x="87632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4ED8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79523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437011" y="-2288269"/>
            <a:ext cx="5574236" cy="4114800"/>
          </a:xfrm>
          <a:custGeom>
            <a:avLst/>
            <a:gdLst/>
            <a:ahLst/>
            <a:cxnLst/>
            <a:rect r="r" b="b" t="t" l="l"/>
            <a:pathLst>
              <a:path h="4114800" w="5574236">
                <a:moveTo>
                  <a:pt x="0" y="0"/>
                </a:moveTo>
                <a:lnTo>
                  <a:pt x="5574236" y="0"/>
                </a:lnTo>
                <a:lnTo>
                  <a:pt x="55742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4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83144" y="1338606"/>
            <a:ext cx="12753867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92"/>
              </a:lnSpc>
            </a:pPr>
            <a:r>
              <a:rPr lang="en-US" b="true" sz="8993" spc="503">
                <a:solidFill>
                  <a:srgbClr val="FF681D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Tecnologías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83144" y="3124072"/>
            <a:ext cx="12753867" cy="485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7"/>
              </a:lnSpc>
            </a:pPr>
            <a:r>
              <a:rPr lang="en-US" b="true" sz="2997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Stack tecnológico de Power Code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09561" y="5891661"/>
            <a:ext cx="500236" cy="451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3"/>
              </a:lnSpc>
            </a:pPr>
            <a:r>
              <a:rPr lang="en-US" b="true" sz="2936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28116" y="5924120"/>
            <a:ext cx="2146892" cy="476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8"/>
              </a:lnSpc>
            </a:pPr>
            <a:r>
              <a:rPr lang="en-US" b="true" sz="1468">
                <a:solidFill>
                  <a:srgbClr val="17181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HTML5</a:t>
            </a:r>
          </a:p>
          <a:p>
            <a:pPr algn="l" marL="0" indent="0" lvl="0">
              <a:lnSpc>
                <a:spcPts val="1908"/>
              </a:lnSpc>
            </a:pPr>
            <a:r>
              <a:rPr lang="en-US" b="true" sz="1468">
                <a:solidFill>
                  <a:srgbClr val="17181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Estructura web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65516" y="5897366"/>
            <a:ext cx="500236" cy="37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7"/>
              </a:lnSpc>
            </a:pPr>
            <a:r>
              <a:rPr lang="en-US" b="true" sz="2397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4070" y="5887841"/>
            <a:ext cx="2146892" cy="476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8"/>
              </a:lnSpc>
            </a:pPr>
            <a:r>
              <a:rPr lang="en-US" b="true" sz="1468">
                <a:solidFill>
                  <a:srgbClr val="17181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JavaScript</a:t>
            </a:r>
          </a:p>
          <a:p>
            <a:pPr algn="l" marL="0" indent="0" lvl="0">
              <a:lnSpc>
                <a:spcPts val="1908"/>
              </a:lnSpc>
            </a:pPr>
            <a:r>
              <a:rPr lang="en-US" b="true" sz="1468">
                <a:solidFill>
                  <a:srgbClr val="17181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Interactividad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699494" y="5933645"/>
            <a:ext cx="500236" cy="37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1"/>
              </a:lnSpc>
            </a:pPr>
            <a:r>
              <a:rPr lang="en-US" b="true" sz="2418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20657" y="5901621"/>
            <a:ext cx="2146892" cy="476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8"/>
              </a:lnSpc>
            </a:pPr>
            <a:r>
              <a:rPr lang="en-US" b="true" sz="1468">
                <a:solidFill>
                  <a:srgbClr val="17181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CSS3</a:t>
            </a:r>
          </a:p>
          <a:p>
            <a:pPr algn="l" marL="0" indent="0" lvl="0">
              <a:lnSpc>
                <a:spcPts val="1908"/>
              </a:lnSpc>
            </a:pPr>
            <a:r>
              <a:rPr lang="en-US" b="true" sz="1468">
                <a:solidFill>
                  <a:srgbClr val="17181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Estilos modernos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783109" y="4798519"/>
            <a:ext cx="4655441" cy="5848588"/>
            <a:chOff x="0" y="0"/>
            <a:chExt cx="5054562" cy="635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-13" y="0"/>
              <a:ext cx="5054565" cy="6350000"/>
            </a:xfrm>
            <a:custGeom>
              <a:avLst/>
              <a:gdLst/>
              <a:ahLst/>
              <a:cxnLst/>
              <a:rect r="r" b="b" t="t" l="l"/>
              <a:pathLst>
                <a:path h="6350000" w="5054565">
                  <a:moveTo>
                    <a:pt x="2936037" y="6350000"/>
                  </a:moveTo>
                  <a:cubicBezTo>
                    <a:pt x="2599030" y="6329096"/>
                    <a:pt x="2262023" y="6308204"/>
                    <a:pt x="1925003" y="6287313"/>
                  </a:cubicBezTo>
                  <a:cubicBezTo>
                    <a:pt x="1632954" y="6283439"/>
                    <a:pt x="1340892" y="6279553"/>
                    <a:pt x="1048842" y="6275680"/>
                  </a:cubicBezTo>
                  <a:cubicBezTo>
                    <a:pt x="876783" y="6257290"/>
                    <a:pt x="520103" y="6192584"/>
                    <a:pt x="276708" y="5909780"/>
                  </a:cubicBezTo>
                  <a:cubicBezTo>
                    <a:pt x="69203" y="5668683"/>
                    <a:pt x="43396" y="5384508"/>
                    <a:pt x="27953" y="5153190"/>
                  </a:cubicBezTo>
                  <a:cubicBezTo>
                    <a:pt x="-2502" y="4697095"/>
                    <a:pt x="-22999" y="3992042"/>
                    <a:pt x="48552" y="3060395"/>
                  </a:cubicBezTo>
                  <a:cubicBezTo>
                    <a:pt x="64389" y="2781287"/>
                    <a:pt x="121717" y="1809585"/>
                    <a:pt x="226784" y="817562"/>
                  </a:cubicBezTo>
                  <a:cubicBezTo>
                    <a:pt x="246139" y="634860"/>
                    <a:pt x="285255" y="308254"/>
                    <a:pt x="525793" y="135636"/>
                  </a:cubicBezTo>
                  <a:cubicBezTo>
                    <a:pt x="678777" y="25844"/>
                    <a:pt x="850469" y="23381"/>
                    <a:pt x="928358" y="22238"/>
                  </a:cubicBezTo>
                  <a:cubicBezTo>
                    <a:pt x="1396162" y="15380"/>
                    <a:pt x="2121472" y="2756"/>
                    <a:pt x="3033141" y="0"/>
                  </a:cubicBezTo>
                  <a:cubicBezTo>
                    <a:pt x="3338119" y="22301"/>
                    <a:pt x="3643097" y="44590"/>
                    <a:pt x="3948062" y="66891"/>
                  </a:cubicBezTo>
                  <a:cubicBezTo>
                    <a:pt x="4119868" y="62344"/>
                    <a:pt x="4482605" y="78804"/>
                    <a:pt x="4744136" y="328638"/>
                  </a:cubicBezTo>
                  <a:cubicBezTo>
                    <a:pt x="5002454" y="575399"/>
                    <a:pt x="5029937" y="923633"/>
                    <a:pt x="5042332" y="1175931"/>
                  </a:cubicBezTo>
                  <a:cubicBezTo>
                    <a:pt x="5094313" y="2233765"/>
                    <a:pt x="4968469" y="3382442"/>
                    <a:pt x="4893120" y="3967264"/>
                  </a:cubicBezTo>
                  <a:cubicBezTo>
                    <a:pt x="4789463" y="4443222"/>
                    <a:pt x="4689005" y="4890567"/>
                    <a:pt x="4582135" y="5366017"/>
                  </a:cubicBezTo>
                  <a:cubicBezTo>
                    <a:pt x="4536694" y="5568188"/>
                    <a:pt x="4485412" y="5783390"/>
                    <a:pt x="4303357" y="5959449"/>
                  </a:cubicBezTo>
                  <a:cubicBezTo>
                    <a:pt x="4154259" y="6103633"/>
                    <a:pt x="3986479" y="6154826"/>
                    <a:pt x="3739617" y="6227115"/>
                  </a:cubicBezTo>
                  <a:cubicBezTo>
                    <a:pt x="3555987" y="6280899"/>
                    <a:pt x="3282188" y="6342075"/>
                    <a:pt x="2936037" y="6350000"/>
                  </a:cubicBezTo>
                  <a:close/>
                </a:path>
              </a:pathLst>
            </a:custGeom>
            <a:blipFill>
              <a:blip r:embed="rId9"/>
              <a:stretch>
                <a:fillRect l="-801" t="0" r="-801" b="0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9287393" y="7954193"/>
            <a:ext cx="3119050" cy="818751"/>
          </a:xfrm>
          <a:custGeom>
            <a:avLst/>
            <a:gdLst/>
            <a:ahLst/>
            <a:cxnLst/>
            <a:rect r="r" b="b" t="t" l="l"/>
            <a:pathLst>
              <a:path h="818751" w="3119050">
                <a:moveTo>
                  <a:pt x="0" y="0"/>
                </a:moveTo>
                <a:lnTo>
                  <a:pt x="3119050" y="0"/>
                </a:lnTo>
                <a:lnTo>
                  <a:pt x="3119050" y="818751"/>
                </a:lnTo>
                <a:lnTo>
                  <a:pt x="0" y="8187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31438" y="7954193"/>
            <a:ext cx="3119050" cy="818751"/>
          </a:xfrm>
          <a:custGeom>
            <a:avLst/>
            <a:gdLst/>
            <a:ahLst/>
            <a:cxnLst/>
            <a:rect r="r" b="b" t="t" l="l"/>
            <a:pathLst>
              <a:path h="818751" w="3119050">
                <a:moveTo>
                  <a:pt x="0" y="0"/>
                </a:moveTo>
                <a:lnTo>
                  <a:pt x="3119050" y="0"/>
                </a:lnTo>
                <a:lnTo>
                  <a:pt x="3119050" y="818751"/>
                </a:lnTo>
                <a:lnTo>
                  <a:pt x="0" y="8187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9262874" y="7357860"/>
            <a:ext cx="3168088" cy="1192667"/>
            <a:chOff x="0" y="0"/>
            <a:chExt cx="1079523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9523" cy="406400"/>
            </a:xfrm>
            <a:custGeom>
              <a:avLst/>
              <a:gdLst/>
              <a:ahLst/>
              <a:cxnLst/>
              <a:rect r="r" b="b" t="t" l="l"/>
              <a:pathLst>
                <a:path h="406400" w="1079523">
                  <a:moveTo>
                    <a:pt x="876323" y="0"/>
                  </a:moveTo>
                  <a:cubicBezTo>
                    <a:pt x="988547" y="0"/>
                    <a:pt x="1079523" y="90976"/>
                    <a:pt x="1079523" y="203200"/>
                  </a:cubicBezTo>
                  <a:cubicBezTo>
                    <a:pt x="1079523" y="315424"/>
                    <a:pt x="988547" y="406400"/>
                    <a:pt x="87632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4ED8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079523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5448499" y="7990472"/>
            <a:ext cx="3119050" cy="818751"/>
          </a:xfrm>
          <a:custGeom>
            <a:avLst/>
            <a:gdLst/>
            <a:ahLst/>
            <a:cxnLst/>
            <a:rect r="r" b="b" t="t" l="l"/>
            <a:pathLst>
              <a:path h="818751" w="3119050">
                <a:moveTo>
                  <a:pt x="0" y="0"/>
                </a:moveTo>
                <a:lnTo>
                  <a:pt x="3119050" y="0"/>
                </a:lnTo>
                <a:lnTo>
                  <a:pt x="3119050" y="818751"/>
                </a:lnTo>
                <a:lnTo>
                  <a:pt x="0" y="8187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5399461" y="7394139"/>
            <a:ext cx="3168088" cy="1192667"/>
            <a:chOff x="0" y="0"/>
            <a:chExt cx="1079523" cy="406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9523" cy="406400"/>
            </a:xfrm>
            <a:custGeom>
              <a:avLst/>
              <a:gdLst/>
              <a:ahLst/>
              <a:cxnLst/>
              <a:rect r="r" b="b" t="t" l="l"/>
              <a:pathLst>
                <a:path h="406400" w="1079523">
                  <a:moveTo>
                    <a:pt x="876323" y="0"/>
                  </a:moveTo>
                  <a:cubicBezTo>
                    <a:pt x="988547" y="0"/>
                    <a:pt x="1079523" y="90976"/>
                    <a:pt x="1079523" y="203200"/>
                  </a:cubicBezTo>
                  <a:cubicBezTo>
                    <a:pt x="1079523" y="315424"/>
                    <a:pt x="988547" y="406400"/>
                    <a:pt x="87632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4ED8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079523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06919" y="7369056"/>
            <a:ext cx="3168088" cy="1192667"/>
            <a:chOff x="0" y="0"/>
            <a:chExt cx="1079523" cy="406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79523" cy="406400"/>
            </a:xfrm>
            <a:custGeom>
              <a:avLst/>
              <a:gdLst/>
              <a:ahLst/>
              <a:cxnLst/>
              <a:rect r="r" b="b" t="t" l="l"/>
              <a:pathLst>
                <a:path h="406400" w="1079523">
                  <a:moveTo>
                    <a:pt x="876323" y="0"/>
                  </a:moveTo>
                  <a:cubicBezTo>
                    <a:pt x="988547" y="0"/>
                    <a:pt x="1079523" y="90976"/>
                    <a:pt x="1079523" y="203200"/>
                  </a:cubicBezTo>
                  <a:cubicBezTo>
                    <a:pt x="1079523" y="315424"/>
                    <a:pt x="988547" y="406400"/>
                    <a:pt x="87632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4ED8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079523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909561" y="7707583"/>
            <a:ext cx="718554" cy="451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3"/>
              </a:lnSpc>
            </a:pPr>
            <a:r>
              <a:rPr lang="en-US" b="true" sz="2936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04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628116" y="7688300"/>
            <a:ext cx="2146892" cy="476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8"/>
              </a:lnSpc>
            </a:pPr>
            <a:r>
              <a:rPr lang="en-US" b="true" sz="1468">
                <a:solidFill>
                  <a:srgbClr val="17181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Node.js</a:t>
            </a:r>
          </a:p>
          <a:p>
            <a:pPr algn="l" marL="0" indent="0" lvl="0">
              <a:lnSpc>
                <a:spcPts val="1908"/>
              </a:lnSpc>
            </a:pPr>
            <a:r>
              <a:rPr lang="en-US" b="true" sz="1468">
                <a:solidFill>
                  <a:srgbClr val="17181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Backend servidor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565516" y="7773932"/>
            <a:ext cx="718554" cy="37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7"/>
              </a:lnSpc>
            </a:pPr>
            <a:r>
              <a:rPr lang="en-US" b="true" sz="2397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06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84070" y="7703764"/>
            <a:ext cx="2146892" cy="476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8"/>
              </a:lnSpc>
            </a:pPr>
            <a:r>
              <a:rPr lang="en-US" b="true" sz="1468">
                <a:solidFill>
                  <a:srgbClr val="17181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GitHub</a:t>
            </a:r>
          </a:p>
          <a:p>
            <a:pPr algn="l" marL="0" indent="0" lvl="0">
              <a:lnSpc>
                <a:spcPts val="1908"/>
              </a:lnSpc>
            </a:pPr>
            <a:r>
              <a:rPr lang="en-US" b="true" sz="1468">
                <a:solidFill>
                  <a:srgbClr val="17181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Control versiones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699494" y="7773932"/>
            <a:ext cx="500236" cy="37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1"/>
              </a:lnSpc>
            </a:pPr>
            <a:r>
              <a:rPr lang="en-US" b="true" sz="2418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05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420657" y="7742627"/>
            <a:ext cx="2146892" cy="476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8"/>
              </a:lnSpc>
            </a:pPr>
            <a:r>
              <a:rPr lang="en-US" b="true" sz="1468">
                <a:solidFill>
                  <a:srgbClr val="17181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MySQL</a:t>
            </a:r>
          </a:p>
          <a:p>
            <a:pPr algn="l" marL="0" indent="0" lvl="0">
              <a:lnSpc>
                <a:spcPts val="1908"/>
              </a:lnSpc>
            </a:pPr>
            <a:r>
              <a:rPr lang="en-US" b="true" sz="1468">
                <a:solidFill>
                  <a:srgbClr val="17181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Base de datos</a:t>
            </a:r>
          </a:p>
        </p:txBody>
      </p: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D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90625" y="5133975"/>
            <a:ext cx="16068675" cy="0"/>
          </a:xfrm>
          <a:prstGeom prst="line">
            <a:avLst/>
          </a:prstGeom>
          <a:ln cap="rnd" w="19050">
            <a:solidFill>
              <a:srgbClr val="FF681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4981575"/>
            <a:ext cx="323850" cy="323850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681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17258" y="4972050"/>
            <a:ext cx="323850" cy="32385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681D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605817" y="4972050"/>
            <a:ext cx="323850" cy="323850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681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894375" y="4972050"/>
            <a:ext cx="323850" cy="32385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681D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2970742" y="-1837711"/>
            <a:ext cx="6550378" cy="6288363"/>
          </a:xfrm>
          <a:custGeom>
            <a:avLst/>
            <a:gdLst/>
            <a:ahLst/>
            <a:cxnLst/>
            <a:rect r="r" b="b" t="t" l="l"/>
            <a:pathLst>
              <a:path h="6288363" w="6550378">
                <a:moveTo>
                  <a:pt x="0" y="0"/>
                </a:moveTo>
                <a:lnTo>
                  <a:pt x="6550377" y="0"/>
                </a:lnTo>
                <a:lnTo>
                  <a:pt x="6550377" y="6288363"/>
                </a:lnTo>
                <a:lnTo>
                  <a:pt x="0" y="6288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660071"/>
            <a:ext cx="14548138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91"/>
              </a:lnSpc>
              <a:spcBef>
                <a:spcPct val="0"/>
              </a:spcBef>
            </a:pPr>
            <a:r>
              <a:rPr lang="en-US" b="true" sz="9992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Diseño del Sistema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458812" y="-2608489"/>
            <a:ext cx="5574236" cy="4114800"/>
          </a:xfrm>
          <a:custGeom>
            <a:avLst/>
            <a:gdLst/>
            <a:ahLst/>
            <a:cxnLst/>
            <a:rect r="r" b="b" t="t" l="l"/>
            <a:pathLst>
              <a:path h="4114800" w="5574236">
                <a:moveTo>
                  <a:pt x="0" y="0"/>
                </a:moveTo>
                <a:lnTo>
                  <a:pt x="5574237" y="0"/>
                </a:lnTo>
                <a:lnTo>
                  <a:pt x="55742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-1802245" y="9106368"/>
            <a:ext cx="7119503" cy="3559752"/>
          </a:xfrm>
          <a:custGeom>
            <a:avLst/>
            <a:gdLst/>
            <a:ahLst/>
            <a:cxnLst/>
            <a:rect r="r" b="b" t="t" l="l"/>
            <a:pathLst>
              <a:path h="3559752" w="7119503">
                <a:moveTo>
                  <a:pt x="0" y="3559752"/>
                </a:moveTo>
                <a:lnTo>
                  <a:pt x="7119503" y="3559752"/>
                </a:lnTo>
                <a:lnTo>
                  <a:pt x="7119503" y="0"/>
                </a:lnTo>
                <a:lnTo>
                  <a:pt x="0" y="0"/>
                </a:lnTo>
                <a:lnTo>
                  <a:pt x="0" y="355975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341328" y="8952666"/>
            <a:ext cx="4197670" cy="3098644"/>
          </a:xfrm>
          <a:custGeom>
            <a:avLst/>
            <a:gdLst/>
            <a:ahLst/>
            <a:cxnLst/>
            <a:rect r="r" b="b" t="t" l="l"/>
            <a:pathLst>
              <a:path h="3098644" w="4197670">
                <a:moveTo>
                  <a:pt x="0" y="0"/>
                </a:moveTo>
                <a:lnTo>
                  <a:pt x="4197670" y="0"/>
                </a:lnTo>
                <a:lnTo>
                  <a:pt x="4197670" y="3098643"/>
                </a:lnTo>
                <a:lnTo>
                  <a:pt x="0" y="30986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11967" y="7409174"/>
            <a:ext cx="3901487" cy="1024140"/>
          </a:xfrm>
          <a:custGeom>
            <a:avLst/>
            <a:gdLst/>
            <a:ahLst/>
            <a:cxnLst/>
            <a:rect r="r" b="b" t="t" l="l"/>
            <a:pathLst>
              <a:path h="1024140" w="3901487">
                <a:moveTo>
                  <a:pt x="0" y="0"/>
                </a:moveTo>
                <a:lnTo>
                  <a:pt x="3901486" y="0"/>
                </a:lnTo>
                <a:lnTo>
                  <a:pt x="3901486" y="1024140"/>
                </a:lnTo>
                <a:lnTo>
                  <a:pt x="0" y="10241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708871" y="5612085"/>
            <a:ext cx="4004582" cy="2535011"/>
            <a:chOff x="0" y="0"/>
            <a:chExt cx="1054705" cy="6676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54705" cy="667657"/>
            </a:xfrm>
            <a:custGeom>
              <a:avLst/>
              <a:gdLst/>
              <a:ahLst/>
              <a:cxnLst/>
              <a:rect r="r" b="b" t="t" l="l"/>
              <a:pathLst>
                <a:path h="667657" w="1054705">
                  <a:moveTo>
                    <a:pt x="98597" y="0"/>
                  </a:moveTo>
                  <a:lnTo>
                    <a:pt x="956108" y="0"/>
                  </a:lnTo>
                  <a:cubicBezTo>
                    <a:pt x="1010562" y="0"/>
                    <a:pt x="1054705" y="44143"/>
                    <a:pt x="1054705" y="98597"/>
                  </a:cubicBezTo>
                  <a:lnTo>
                    <a:pt x="1054705" y="569061"/>
                  </a:lnTo>
                  <a:cubicBezTo>
                    <a:pt x="1054705" y="595210"/>
                    <a:pt x="1044317" y="620288"/>
                    <a:pt x="1025827" y="638779"/>
                  </a:cubicBezTo>
                  <a:cubicBezTo>
                    <a:pt x="1007336" y="657269"/>
                    <a:pt x="982258" y="667657"/>
                    <a:pt x="956108" y="667657"/>
                  </a:cubicBezTo>
                  <a:lnTo>
                    <a:pt x="98597" y="667657"/>
                  </a:lnTo>
                  <a:cubicBezTo>
                    <a:pt x="44143" y="667657"/>
                    <a:pt x="0" y="623514"/>
                    <a:pt x="0" y="569061"/>
                  </a:cubicBezTo>
                  <a:lnTo>
                    <a:pt x="0" y="98597"/>
                  </a:lnTo>
                  <a:cubicBezTo>
                    <a:pt x="0" y="44143"/>
                    <a:pt x="44143" y="0"/>
                    <a:pt x="98597" y="0"/>
                  </a:cubicBezTo>
                  <a:close/>
                </a:path>
              </a:pathLst>
            </a:custGeom>
            <a:solidFill>
              <a:srgbClr val="FFFEF8"/>
            </a:solidFill>
            <a:ln w="28575" cap="rnd">
              <a:solidFill>
                <a:srgbClr val="171819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054705" cy="696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8700" y="5962650"/>
            <a:ext cx="3364925" cy="91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7"/>
              </a:lnSpc>
              <a:spcBef>
                <a:spcPct val="0"/>
              </a:spcBef>
            </a:pPr>
            <a:r>
              <a:rPr lang="en-US" b="true" sz="2798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Módulo de Usuarios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7203059"/>
            <a:ext cx="3364925" cy="48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4"/>
              </a:lnSpc>
              <a:spcBef>
                <a:spcPct val="0"/>
              </a:spcBef>
            </a:pPr>
            <a:r>
              <a:rPr lang="en-US" sz="1438" u="none">
                <a:solidFill>
                  <a:srgbClr val="17181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Gestión de registro, perfiles y datos personales de los miembros del gimnasio.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5048977" y="7409174"/>
            <a:ext cx="3901487" cy="1024140"/>
          </a:xfrm>
          <a:custGeom>
            <a:avLst/>
            <a:gdLst/>
            <a:ahLst/>
            <a:cxnLst/>
            <a:rect r="r" b="b" t="t" l="l"/>
            <a:pathLst>
              <a:path h="1024140" w="3901487">
                <a:moveTo>
                  <a:pt x="0" y="0"/>
                </a:moveTo>
                <a:lnTo>
                  <a:pt x="3901487" y="0"/>
                </a:lnTo>
                <a:lnTo>
                  <a:pt x="3901487" y="1024140"/>
                </a:lnTo>
                <a:lnTo>
                  <a:pt x="0" y="10241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4997430" y="5612085"/>
            <a:ext cx="4004582" cy="2535011"/>
            <a:chOff x="0" y="0"/>
            <a:chExt cx="1054705" cy="6676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4705" cy="667657"/>
            </a:xfrm>
            <a:custGeom>
              <a:avLst/>
              <a:gdLst/>
              <a:ahLst/>
              <a:cxnLst/>
              <a:rect r="r" b="b" t="t" l="l"/>
              <a:pathLst>
                <a:path h="667657" w="1054705">
                  <a:moveTo>
                    <a:pt x="98597" y="0"/>
                  </a:moveTo>
                  <a:lnTo>
                    <a:pt x="956108" y="0"/>
                  </a:lnTo>
                  <a:cubicBezTo>
                    <a:pt x="1010562" y="0"/>
                    <a:pt x="1054705" y="44143"/>
                    <a:pt x="1054705" y="98597"/>
                  </a:cubicBezTo>
                  <a:lnTo>
                    <a:pt x="1054705" y="569061"/>
                  </a:lnTo>
                  <a:cubicBezTo>
                    <a:pt x="1054705" y="595210"/>
                    <a:pt x="1044317" y="620288"/>
                    <a:pt x="1025827" y="638779"/>
                  </a:cubicBezTo>
                  <a:cubicBezTo>
                    <a:pt x="1007336" y="657269"/>
                    <a:pt x="982258" y="667657"/>
                    <a:pt x="956108" y="667657"/>
                  </a:cubicBezTo>
                  <a:lnTo>
                    <a:pt x="98597" y="667657"/>
                  </a:lnTo>
                  <a:cubicBezTo>
                    <a:pt x="44143" y="667657"/>
                    <a:pt x="0" y="623514"/>
                    <a:pt x="0" y="569061"/>
                  </a:cubicBezTo>
                  <a:lnTo>
                    <a:pt x="0" y="98597"/>
                  </a:lnTo>
                  <a:cubicBezTo>
                    <a:pt x="0" y="44143"/>
                    <a:pt x="44143" y="0"/>
                    <a:pt x="98597" y="0"/>
                  </a:cubicBezTo>
                  <a:close/>
                </a:path>
              </a:pathLst>
            </a:custGeom>
            <a:solidFill>
              <a:srgbClr val="FFFEF8"/>
            </a:solidFill>
            <a:ln w="28575" cap="rnd">
              <a:solidFill>
                <a:srgbClr val="171819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054705" cy="696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317258" y="5962650"/>
            <a:ext cx="3364925" cy="91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7"/>
              </a:lnSpc>
              <a:spcBef>
                <a:spcPct val="0"/>
              </a:spcBef>
            </a:pPr>
            <a:r>
              <a:rPr lang="en-US" b="true" sz="2798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Módulo de Pagos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317258" y="7203059"/>
            <a:ext cx="3364925" cy="48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4"/>
              </a:lnSpc>
              <a:spcBef>
                <a:spcPct val="0"/>
              </a:spcBef>
            </a:pPr>
            <a:r>
              <a:rPr lang="en-US" sz="1438" u="none">
                <a:solidFill>
                  <a:srgbClr val="17181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Control de cobros, historial de transacciones y estados de cuenta.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339310" y="7403465"/>
            <a:ext cx="3901487" cy="1024140"/>
          </a:xfrm>
          <a:custGeom>
            <a:avLst/>
            <a:gdLst/>
            <a:ahLst/>
            <a:cxnLst/>
            <a:rect r="r" b="b" t="t" l="l"/>
            <a:pathLst>
              <a:path h="1024140" w="3901487">
                <a:moveTo>
                  <a:pt x="0" y="0"/>
                </a:moveTo>
                <a:lnTo>
                  <a:pt x="3901486" y="0"/>
                </a:lnTo>
                <a:lnTo>
                  <a:pt x="3901486" y="1024140"/>
                </a:lnTo>
                <a:lnTo>
                  <a:pt x="0" y="10241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9287762" y="5612085"/>
            <a:ext cx="4004582" cy="2535011"/>
            <a:chOff x="0" y="0"/>
            <a:chExt cx="1054705" cy="66765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54705" cy="667657"/>
            </a:xfrm>
            <a:custGeom>
              <a:avLst/>
              <a:gdLst/>
              <a:ahLst/>
              <a:cxnLst/>
              <a:rect r="r" b="b" t="t" l="l"/>
              <a:pathLst>
                <a:path h="667657" w="1054705">
                  <a:moveTo>
                    <a:pt x="98597" y="0"/>
                  </a:moveTo>
                  <a:lnTo>
                    <a:pt x="956108" y="0"/>
                  </a:lnTo>
                  <a:cubicBezTo>
                    <a:pt x="1010562" y="0"/>
                    <a:pt x="1054705" y="44143"/>
                    <a:pt x="1054705" y="98597"/>
                  </a:cubicBezTo>
                  <a:lnTo>
                    <a:pt x="1054705" y="569061"/>
                  </a:lnTo>
                  <a:cubicBezTo>
                    <a:pt x="1054705" y="595210"/>
                    <a:pt x="1044317" y="620288"/>
                    <a:pt x="1025827" y="638779"/>
                  </a:cubicBezTo>
                  <a:cubicBezTo>
                    <a:pt x="1007336" y="657269"/>
                    <a:pt x="982258" y="667657"/>
                    <a:pt x="956108" y="667657"/>
                  </a:cubicBezTo>
                  <a:lnTo>
                    <a:pt x="98597" y="667657"/>
                  </a:lnTo>
                  <a:cubicBezTo>
                    <a:pt x="44143" y="667657"/>
                    <a:pt x="0" y="623514"/>
                    <a:pt x="0" y="569061"/>
                  </a:cubicBezTo>
                  <a:lnTo>
                    <a:pt x="0" y="98597"/>
                  </a:lnTo>
                  <a:cubicBezTo>
                    <a:pt x="0" y="44143"/>
                    <a:pt x="44143" y="0"/>
                    <a:pt x="98597" y="0"/>
                  </a:cubicBezTo>
                  <a:close/>
                </a:path>
              </a:pathLst>
            </a:custGeom>
            <a:solidFill>
              <a:srgbClr val="FFFEF8"/>
            </a:solidFill>
            <a:ln w="28575" cap="rnd">
              <a:solidFill>
                <a:srgbClr val="171819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054705" cy="696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9605817" y="5962650"/>
            <a:ext cx="3364925" cy="91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7"/>
              </a:lnSpc>
              <a:spcBef>
                <a:spcPct val="0"/>
              </a:spcBef>
            </a:pPr>
            <a:r>
              <a:rPr lang="en-US" b="true" sz="2798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Módulo de Membresías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05817" y="7203059"/>
            <a:ext cx="3364925" cy="48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4"/>
              </a:lnSpc>
              <a:spcBef>
                <a:spcPct val="0"/>
              </a:spcBef>
            </a:pPr>
            <a:r>
              <a:rPr lang="en-US" sz="1438" u="none">
                <a:solidFill>
                  <a:srgbClr val="17181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Administración de planes, vigencias y renovaciones automáticas.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3629642" y="7403465"/>
            <a:ext cx="3901487" cy="1024140"/>
          </a:xfrm>
          <a:custGeom>
            <a:avLst/>
            <a:gdLst/>
            <a:ahLst/>
            <a:cxnLst/>
            <a:rect r="r" b="b" t="t" l="l"/>
            <a:pathLst>
              <a:path h="1024140" w="3901487">
                <a:moveTo>
                  <a:pt x="0" y="0"/>
                </a:moveTo>
                <a:lnTo>
                  <a:pt x="3901486" y="0"/>
                </a:lnTo>
                <a:lnTo>
                  <a:pt x="3901486" y="1024140"/>
                </a:lnTo>
                <a:lnTo>
                  <a:pt x="0" y="10241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3578094" y="5612085"/>
            <a:ext cx="4004582" cy="2535011"/>
            <a:chOff x="0" y="0"/>
            <a:chExt cx="1054705" cy="66765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54705" cy="667657"/>
            </a:xfrm>
            <a:custGeom>
              <a:avLst/>
              <a:gdLst/>
              <a:ahLst/>
              <a:cxnLst/>
              <a:rect r="r" b="b" t="t" l="l"/>
              <a:pathLst>
                <a:path h="667657" w="1054705">
                  <a:moveTo>
                    <a:pt x="98597" y="0"/>
                  </a:moveTo>
                  <a:lnTo>
                    <a:pt x="956108" y="0"/>
                  </a:lnTo>
                  <a:cubicBezTo>
                    <a:pt x="1010562" y="0"/>
                    <a:pt x="1054705" y="44143"/>
                    <a:pt x="1054705" y="98597"/>
                  </a:cubicBezTo>
                  <a:lnTo>
                    <a:pt x="1054705" y="569061"/>
                  </a:lnTo>
                  <a:cubicBezTo>
                    <a:pt x="1054705" y="595210"/>
                    <a:pt x="1044317" y="620288"/>
                    <a:pt x="1025827" y="638779"/>
                  </a:cubicBezTo>
                  <a:cubicBezTo>
                    <a:pt x="1007336" y="657269"/>
                    <a:pt x="982258" y="667657"/>
                    <a:pt x="956108" y="667657"/>
                  </a:cubicBezTo>
                  <a:lnTo>
                    <a:pt x="98597" y="667657"/>
                  </a:lnTo>
                  <a:cubicBezTo>
                    <a:pt x="44143" y="667657"/>
                    <a:pt x="0" y="623514"/>
                    <a:pt x="0" y="569061"/>
                  </a:cubicBezTo>
                  <a:lnTo>
                    <a:pt x="0" y="98597"/>
                  </a:lnTo>
                  <a:cubicBezTo>
                    <a:pt x="0" y="44143"/>
                    <a:pt x="44143" y="0"/>
                    <a:pt x="98597" y="0"/>
                  </a:cubicBezTo>
                  <a:close/>
                </a:path>
              </a:pathLst>
            </a:custGeom>
            <a:solidFill>
              <a:srgbClr val="FFFEF8"/>
            </a:solidFill>
            <a:ln w="28575" cap="rnd">
              <a:solidFill>
                <a:srgbClr val="171819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1054705" cy="696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3894375" y="5962650"/>
            <a:ext cx="3364925" cy="91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7"/>
              </a:lnSpc>
              <a:spcBef>
                <a:spcPct val="0"/>
              </a:spcBef>
            </a:pPr>
            <a:r>
              <a:rPr lang="en-US" b="true" sz="2798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Reportes y Login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894375" y="7203059"/>
            <a:ext cx="3364925" cy="48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4"/>
              </a:lnSpc>
              <a:spcBef>
                <a:spcPct val="0"/>
              </a:spcBef>
            </a:pPr>
            <a:r>
              <a:rPr lang="en-US" sz="1438" u="none">
                <a:solidFill>
                  <a:srgbClr val="17181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Sistema de autenticación seguro y generación de informes estadísticos.</a:t>
            </a:r>
          </a:p>
        </p:txBody>
      </p:sp>
    </p:spTree>
  </p:cSld>
  <p:clrMapOvr>
    <a:masterClrMapping/>
  </p:clrMapOvr>
  <p:transition spd="slow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12811" y="-1240060"/>
            <a:ext cx="6550378" cy="6288363"/>
          </a:xfrm>
          <a:custGeom>
            <a:avLst/>
            <a:gdLst/>
            <a:ahLst/>
            <a:cxnLst/>
            <a:rect r="r" b="b" t="t" l="l"/>
            <a:pathLst>
              <a:path h="6288363" w="6550378">
                <a:moveTo>
                  <a:pt x="0" y="0"/>
                </a:moveTo>
                <a:lnTo>
                  <a:pt x="6550378" y="0"/>
                </a:lnTo>
                <a:lnTo>
                  <a:pt x="6550378" y="6288363"/>
                </a:lnTo>
                <a:lnTo>
                  <a:pt x="0" y="6288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3003910" y="6114119"/>
            <a:ext cx="6550378" cy="6288363"/>
          </a:xfrm>
          <a:custGeom>
            <a:avLst/>
            <a:gdLst/>
            <a:ahLst/>
            <a:cxnLst/>
            <a:rect r="r" b="b" t="t" l="l"/>
            <a:pathLst>
              <a:path h="6288363" w="6550378">
                <a:moveTo>
                  <a:pt x="0" y="0"/>
                </a:moveTo>
                <a:lnTo>
                  <a:pt x="6550378" y="0"/>
                </a:lnTo>
                <a:lnTo>
                  <a:pt x="6550378" y="6288362"/>
                </a:lnTo>
                <a:lnTo>
                  <a:pt x="0" y="62883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54046">
            <a:off x="4630879" y="1232636"/>
            <a:ext cx="8886437" cy="2332690"/>
          </a:xfrm>
          <a:custGeom>
            <a:avLst/>
            <a:gdLst/>
            <a:ahLst/>
            <a:cxnLst/>
            <a:rect r="r" b="b" t="t" l="l"/>
            <a:pathLst>
              <a:path h="2332690" w="8886437">
                <a:moveTo>
                  <a:pt x="0" y="0"/>
                </a:moveTo>
                <a:lnTo>
                  <a:pt x="8886437" y="0"/>
                </a:lnTo>
                <a:lnTo>
                  <a:pt x="8886437" y="2332690"/>
                </a:lnTo>
                <a:lnTo>
                  <a:pt x="0" y="23326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75862">
            <a:off x="4049646" y="1205732"/>
            <a:ext cx="10188708" cy="1615082"/>
            <a:chOff x="0" y="0"/>
            <a:chExt cx="2683446" cy="4253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83446" cy="425371"/>
            </a:xfrm>
            <a:custGeom>
              <a:avLst/>
              <a:gdLst/>
              <a:ahLst/>
              <a:cxnLst/>
              <a:rect r="r" b="b" t="t" l="l"/>
              <a:pathLst>
                <a:path h="425371" w="2683446">
                  <a:moveTo>
                    <a:pt x="38468" y="0"/>
                  </a:moveTo>
                  <a:lnTo>
                    <a:pt x="2644978" y="0"/>
                  </a:lnTo>
                  <a:cubicBezTo>
                    <a:pt x="2666223" y="0"/>
                    <a:pt x="2683446" y="17223"/>
                    <a:pt x="2683446" y="38468"/>
                  </a:cubicBezTo>
                  <a:lnTo>
                    <a:pt x="2683446" y="386904"/>
                  </a:lnTo>
                  <a:cubicBezTo>
                    <a:pt x="2683446" y="408149"/>
                    <a:pt x="2666223" y="425371"/>
                    <a:pt x="2644978" y="425371"/>
                  </a:cubicBezTo>
                  <a:lnTo>
                    <a:pt x="38468" y="425371"/>
                  </a:lnTo>
                  <a:cubicBezTo>
                    <a:pt x="17223" y="425371"/>
                    <a:pt x="0" y="408149"/>
                    <a:pt x="0" y="386904"/>
                  </a:cubicBezTo>
                  <a:lnTo>
                    <a:pt x="0" y="38468"/>
                  </a:lnTo>
                  <a:cubicBezTo>
                    <a:pt x="0" y="17223"/>
                    <a:pt x="17223" y="0"/>
                    <a:pt x="38468" y="0"/>
                  </a:cubicBezTo>
                  <a:close/>
                </a:path>
              </a:pathLst>
            </a:custGeom>
            <a:solidFill>
              <a:srgbClr val="E4ED81"/>
            </a:solidFill>
            <a:ln w="38100" cap="rnd">
              <a:solidFill>
                <a:srgbClr val="17181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683446" cy="453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-179585">
            <a:off x="2938139" y="1351684"/>
            <a:ext cx="12270921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93"/>
              </a:lnSpc>
              <a:spcBef>
                <a:spcPct val="0"/>
              </a:spcBef>
            </a:pPr>
            <a:r>
              <a:rPr lang="en-US" b="true" sz="7994">
                <a:solidFill>
                  <a:srgbClr val="FF681D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Base de Datos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869017" y="3370859"/>
            <a:ext cx="3354902" cy="3354888"/>
            <a:chOff x="0" y="0"/>
            <a:chExt cx="6350000" cy="63499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49593" y="7135241"/>
            <a:ext cx="5393750" cy="45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b="true" sz="2798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Usuarios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9656" y="7844155"/>
            <a:ext cx="4393625" cy="73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sz="2098">
                <a:solidFill>
                  <a:srgbClr val="17181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Gestión de usuarios y</a:t>
            </a:r>
          </a:p>
          <a:p>
            <a:pPr algn="ctr" marL="0" indent="0" lvl="0">
              <a:lnSpc>
                <a:spcPts val="2937"/>
              </a:lnSpc>
            </a:pPr>
            <a:r>
              <a:rPr lang="en-US" sz="2098">
                <a:solidFill>
                  <a:srgbClr val="17181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administradores del sistema.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466549" y="3370859"/>
            <a:ext cx="3354902" cy="3354888"/>
            <a:chOff x="0" y="0"/>
            <a:chExt cx="6350000" cy="63499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947188" y="7135241"/>
            <a:ext cx="4393625" cy="45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b="true" sz="2798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Pagos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47188" y="7844155"/>
            <a:ext cx="4393625" cy="73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17181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Control de pagos y</a:t>
            </a:r>
          </a:p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17181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membresías activas.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064081" y="3370859"/>
            <a:ext cx="3354902" cy="3354888"/>
            <a:chOff x="0" y="0"/>
            <a:chExt cx="6350000" cy="63499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544720" y="7135241"/>
            <a:ext cx="4393625" cy="45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b="true" sz="2798" strike="noStrike" u="none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Asistencia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44720" y="7844155"/>
            <a:ext cx="4393625" cy="73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17181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Registro de asistencia</a:t>
            </a:r>
          </a:p>
          <a:p>
            <a:pPr algn="ctr" marL="0" indent="0" lvl="0">
              <a:lnSpc>
                <a:spcPts val="2937"/>
              </a:lnSpc>
              <a:spcBef>
                <a:spcPct val="0"/>
              </a:spcBef>
            </a:pPr>
            <a:r>
              <a:rPr lang="en-US" sz="2098" strike="noStrike" u="none">
                <a:solidFill>
                  <a:srgbClr val="17181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 los miembros.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2700000">
            <a:off x="17319394" y="7551862"/>
            <a:ext cx="3785616" cy="4114800"/>
          </a:xfrm>
          <a:custGeom>
            <a:avLst/>
            <a:gdLst/>
            <a:ahLst/>
            <a:cxnLst/>
            <a:rect r="r" b="b" t="t" l="l"/>
            <a:pathLst>
              <a:path h="4114800" w="3785616">
                <a:moveTo>
                  <a:pt x="0" y="0"/>
                </a:moveTo>
                <a:lnTo>
                  <a:pt x="3785616" y="0"/>
                </a:lnTo>
                <a:lnTo>
                  <a:pt x="37856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709673">
            <a:off x="-2243124" y="-1918806"/>
            <a:ext cx="3785616" cy="4114800"/>
          </a:xfrm>
          <a:custGeom>
            <a:avLst/>
            <a:gdLst/>
            <a:ahLst/>
            <a:cxnLst/>
            <a:rect r="r" b="b" t="t" l="l"/>
            <a:pathLst>
              <a:path h="4114800" w="3785616">
                <a:moveTo>
                  <a:pt x="0" y="0"/>
                </a:moveTo>
                <a:lnTo>
                  <a:pt x="3785616" y="0"/>
                </a:lnTo>
                <a:lnTo>
                  <a:pt x="37856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D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74768" y="7581475"/>
            <a:ext cx="8886437" cy="2332690"/>
          </a:xfrm>
          <a:custGeom>
            <a:avLst/>
            <a:gdLst/>
            <a:ahLst/>
            <a:cxnLst/>
            <a:rect r="r" b="b" t="t" l="l"/>
            <a:pathLst>
              <a:path h="2332690" w="8886437">
                <a:moveTo>
                  <a:pt x="0" y="0"/>
                </a:moveTo>
                <a:lnTo>
                  <a:pt x="8886437" y="0"/>
                </a:lnTo>
                <a:lnTo>
                  <a:pt x="8886437" y="2332689"/>
                </a:lnTo>
                <a:lnTo>
                  <a:pt x="0" y="2332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267679">
            <a:off x="16395192" y="7501050"/>
            <a:ext cx="3785616" cy="4114800"/>
          </a:xfrm>
          <a:custGeom>
            <a:avLst/>
            <a:gdLst/>
            <a:ahLst/>
            <a:cxnLst/>
            <a:rect r="r" b="b" t="t" l="l"/>
            <a:pathLst>
              <a:path h="4114800" w="3785616">
                <a:moveTo>
                  <a:pt x="0" y="0"/>
                </a:moveTo>
                <a:lnTo>
                  <a:pt x="3785616" y="0"/>
                </a:lnTo>
                <a:lnTo>
                  <a:pt x="37856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890030" y="3672284"/>
            <a:ext cx="8044413" cy="7079084"/>
          </a:xfrm>
          <a:custGeom>
            <a:avLst/>
            <a:gdLst/>
            <a:ahLst/>
            <a:cxnLst/>
            <a:rect r="r" b="b" t="t" l="l"/>
            <a:pathLst>
              <a:path h="7079084" w="8044413">
                <a:moveTo>
                  <a:pt x="0" y="0"/>
                </a:moveTo>
                <a:lnTo>
                  <a:pt x="8044413" y="0"/>
                </a:lnTo>
                <a:lnTo>
                  <a:pt x="8044413" y="7079083"/>
                </a:lnTo>
                <a:lnTo>
                  <a:pt x="0" y="70790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40959" y="2604934"/>
            <a:ext cx="16006082" cy="6719207"/>
            <a:chOff x="0" y="0"/>
            <a:chExt cx="4215594" cy="17696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15593" cy="1769668"/>
            </a:xfrm>
            <a:custGeom>
              <a:avLst/>
              <a:gdLst/>
              <a:ahLst/>
              <a:cxnLst/>
              <a:rect r="r" b="b" t="t" l="l"/>
              <a:pathLst>
                <a:path h="1769668" w="4215593">
                  <a:moveTo>
                    <a:pt x="24668" y="0"/>
                  </a:moveTo>
                  <a:lnTo>
                    <a:pt x="4190926" y="0"/>
                  </a:lnTo>
                  <a:cubicBezTo>
                    <a:pt x="4197468" y="0"/>
                    <a:pt x="4203742" y="2599"/>
                    <a:pt x="4208368" y="7225"/>
                  </a:cubicBezTo>
                  <a:cubicBezTo>
                    <a:pt x="4212994" y="11851"/>
                    <a:pt x="4215593" y="18126"/>
                    <a:pt x="4215593" y="24668"/>
                  </a:cubicBezTo>
                  <a:lnTo>
                    <a:pt x="4215593" y="1745000"/>
                  </a:lnTo>
                  <a:cubicBezTo>
                    <a:pt x="4215593" y="1751542"/>
                    <a:pt x="4212994" y="1757817"/>
                    <a:pt x="4208368" y="1762443"/>
                  </a:cubicBezTo>
                  <a:cubicBezTo>
                    <a:pt x="4203742" y="1767069"/>
                    <a:pt x="4197468" y="1769668"/>
                    <a:pt x="4190926" y="1769668"/>
                  </a:cubicBezTo>
                  <a:lnTo>
                    <a:pt x="24668" y="1769668"/>
                  </a:lnTo>
                  <a:cubicBezTo>
                    <a:pt x="18126" y="1769668"/>
                    <a:pt x="11851" y="1767069"/>
                    <a:pt x="7225" y="1762443"/>
                  </a:cubicBezTo>
                  <a:cubicBezTo>
                    <a:pt x="2599" y="1757817"/>
                    <a:pt x="0" y="1751542"/>
                    <a:pt x="0" y="1745000"/>
                  </a:cubicBezTo>
                  <a:lnTo>
                    <a:pt x="0" y="24668"/>
                  </a:lnTo>
                  <a:cubicBezTo>
                    <a:pt x="0" y="18126"/>
                    <a:pt x="2599" y="11851"/>
                    <a:pt x="7225" y="7225"/>
                  </a:cubicBezTo>
                  <a:cubicBezTo>
                    <a:pt x="11851" y="2599"/>
                    <a:pt x="18126" y="0"/>
                    <a:pt x="24668" y="0"/>
                  </a:cubicBezTo>
                  <a:close/>
                </a:path>
              </a:pathLst>
            </a:custGeom>
            <a:solidFill>
              <a:srgbClr val="FFFEF8"/>
            </a:solidFill>
            <a:ln w="38100" cap="rnd">
              <a:solidFill>
                <a:srgbClr val="17181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215594" cy="1798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254046">
            <a:off x="4630879" y="1232636"/>
            <a:ext cx="8886437" cy="2332690"/>
          </a:xfrm>
          <a:custGeom>
            <a:avLst/>
            <a:gdLst/>
            <a:ahLst/>
            <a:cxnLst/>
            <a:rect r="r" b="b" t="t" l="l"/>
            <a:pathLst>
              <a:path h="2332690" w="8886437">
                <a:moveTo>
                  <a:pt x="0" y="0"/>
                </a:moveTo>
                <a:lnTo>
                  <a:pt x="8886437" y="0"/>
                </a:lnTo>
                <a:lnTo>
                  <a:pt x="8886437" y="2332690"/>
                </a:lnTo>
                <a:lnTo>
                  <a:pt x="0" y="2332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175862">
            <a:off x="4102047" y="1211986"/>
            <a:ext cx="9944100" cy="1615082"/>
            <a:chOff x="0" y="0"/>
            <a:chExt cx="2619022" cy="4253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19022" cy="425371"/>
            </a:xfrm>
            <a:custGeom>
              <a:avLst/>
              <a:gdLst/>
              <a:ahLst/>
              <a:cxnLst/>
              <a:rect r="r" b="b" t="t" l="l"/>
              <a:pathLst>
                <a:path h="425371" w="2619022">
                  <a:moveTo>
                    <a:pt x="39414" y="0"/>
                  </a:moveTo>
                  <a:lnTo>
                    <a:pt x="2579608" y="0"/>
                  </a:lnTo>
                  <a:cubicBezTo>
                    <a:pt x="2601376" y="0"/>
                    <a:pt x="2619022" y="17646"/>
                    <a:pt x="2619022" y="39414"/>
                  </a:cubicBezTo>
                  <a:lnTo>
                    <a:pt x="2619022" y="385958"/>
                  </a:lnTo>
                  <a:cubicBezTo>
                    <a:pt x="2619022" y="407725"/>
                    <a:pt x="2601376" y="425371"/>
                    <a:pt x="2579608" y="425371"/>
                  </a:cubicBezTo>
                  <a:lnTo>
                    <a:pt x="39414" y="425371"/>
                  </a:lnTo>
                  <a:cubicBezTo>
                    <a:pt x="17646" y="425371"/>
                    <a:pt x="0" y="407725"/>
                    <a:pt x="0" y="385958"/>
                  </a:cubicBezTo>
                  <a:lnTo>
                    <a:pt x="0" y="39414"/>
                  </a:lnTo>
                  <a:cubicBezTo>
                    <a:pt x="0" y="17646"/>
                    <a:pt x="17646" y="0"/>
                    <a:pt x="39414" y="0"/>
                  </a:cubicBezTo>
                  <a:close/>
                </a:path>
              </a:pathLst>
            </a:custGeom>
            <a:solidFill>
              <a:srgbClr val="CDD5FA"/>
            </a:solidFill>
            <a:ln w="38100" cap="rnd">
              <a:solidFill>
                <a:srgbClr val="171819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619022" cy="453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-184101">
            <a:off x="3823803" y="1400525"/>
            <a:ext cx="1049141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87"/>
              </a:lnSpc>
              <a:spcBef>
                <a:spcPct val="0"/>
              </a:spcBef>
            </a:pPr>
            <a:r>
              <a:rPr lang="en-US" b="true" sz="6989" spc="139">
                <a:solidFill>
                  <a:srgbClr val="FF681D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Interfaz de Usuario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436588" y="518396"/>
            <a:ext cx="3578791" cy="3665919"/>
            <a:chOff x="0" y="0"/>
            <a:chExt cx="2086610" cy="21374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540" y="-305"/>
              <a:ext cx="2087880" cy="2136013"/>
            </a:xfrm>
            <a:custGeom>
              <a:avLst/>
              <a:gdLst/>
              <a:ahLst/>
              <a:cxnLst/>
              <a:rect r="r" b="b" t="t" l="l"/>
              <a:pathLst>
                <a:path h="2136013" w="2087880">
                  <a:moveTo>
                    <a:pt x="1979930" y="484175"/>
                  </a:moveTo>
                  <a:cubicBezTo>
                    <a:pt x="1964690" y="452425"/>
                    <a:pt x="1948180" y="420675"/>
                    <a:pt x="1929130" y="391465"/>
                  </a:cubicBezTo>
                  <a:cubicBezTo>
                    <a:pt x="1908810" y="360985"/>
                    <a:pt x="1888490" y="327965"/>
                    <a:pt x="1861820" y="302565"/>
                  </a:cubicBezTo>
                  <a:cubicBezTo>
                    <a:pt x="1836420" y="278435"/>
                    <a:pt x="1808480" y="255575"/>
                    <a:pt x="1780540" y="233985"/>
                  </a:cubicBezTo>
                  <a:cubicBezTo>
                    <a:pt x="1725930" y="190805"/>
                    <a:pt x="1666240" y="152705"/>
                    <a:pt x="1606550" y="117145"/>
                  </a:cubicBezTo>
                  <a:cubicBezTo>
                    <a:pt x="1537970" y="75235"/>
                    <a:pt x="1461770" y="53645"/>
                    <a:pt x="1384300" y="32055"/>
                  </a:cubicBezTo>
                  <a:cubicBezTo>
                    <a:pt x="1337310" y="19355"/>
                    <a:pt x="1289050" y="9195"/>
                    <a:pt x="1239520" y="2845"/>
                  </a:cubicBezTo>
                  <a:cubicBezTo>
                    <a:pt x="1203960" y="-2235"/>
                    <a:pt x="1165860" y="305"/>
                    <a:pt x="1129030" y="4115"/>
                  </a:cubicBezTo>
                  <a:cubicBezTo>
                    <a:pt x="1079500" y="7925"/>
                    <a:pt x="1029970" y="11735"/>
                    <a:pt x="980440" y="20625"/>
                  </a:cubicBezTo>
                  <a:cubicBezTo>
                    <a:pt x="943610" y="21895"/>
                    <a:pt x="908050" y="23165"/>
                    <a:pt x="869950" y="26975"/>
                  </a:cubicBezTo>
                  <a:cubicBezTo>
                    <a:pt x="850900" y="28245"/>
                    <a:pt x="831850" y="30785"/>
                    <a:pt x="812800" y="33325"/>
                  </a:cubicBezTo>
                  <a:cubicBezTo>
                    <a:pt x="800100" y="35865"/>
                    <a:pt x="788670" y="38405"/>
                    <a:pt x="777240" y="40945"/>
                  </a:cubicBezTo>
                  <a:cubicBezTo>
                    <a:pt x="730250" y="52375"/>
                    <a:pt x="685800" y="72695"/>
                    <a:pt x="645160" y="94285"/>
                  </a:cubicBezTo>
                  <a:cubicBezTo>
                    <a:pt x="562610" y="137465"/>
                    <a:pt x="483870" y="188265"/>
                    <a:pt x="411480" y="245415"/>
                  </a:cubicBezTo>
                  <a:cubicBezTo>
                    <a:pt x="381000" y="269545"/>
                    <a:pt x="351790" y="294945"/>
                    <a:pt x="322580" y="321615"/>
                  </a:cubicBezTo>
                  <a:cubicBezTo>
                    <a:pt x="270510" y="369875"/>
                    <a:pt x="227330" y="427025"/>
                    <a:pt x="187960" y="485445"/>
                  </a:cubicBezTo>
                  <a:cubicBezTo>
                    <a:pt x="158750" y="527355"/>
                    <a:pt x="134620" y="575615"/>
                    <a:pt x="114300" y="621335"/>
                  </a:cubicBezTo>
                  <a:cubicBezTo>
                    <a:pt x="99060" y="655625"/>
                    <a:pt x="82550" y="689915"/>
                    <a:pt x="72390" y="726745"/>
                  </a:cubicBezTo>
                  <a:cubicBezTo>
                    <a:pt x="44450" y="816915"/>
                    <a:pt x="22860" y="908355"/>
                    <a:pt x="8890" y="1001065"/>
                  </a:cubicBezTo>
                  <a:cubicBezTo>
                    <a:pt x="3810" y="1037895"/>
                    <a:pt x="1270" y="1074725"/>
                    <a:pt x="0" y="1112825"/>
                  </a:cubicBezTo>
                  <a:lnTo>
                    <a:pt x="0" y="1163625"/>
                  </a:lnTo>
                  <a:cubicBezTo>
                    <a:pt x="1270" y="1195375"/>
                    <a:pt x="2540" y="1234745"/>
                    <a:pt x="8890" y="1266495"/>
                  </a:cubicBezTo>
                  <a:cubicBezTo>
                    <a:pt x="15240" y="1303325"/>
                    <a:pt x="21590" y="1341425"/>
                    <a:pt x="31750" y="1376985"/>
                  </a:cubicBezTo>
                  <a:cubicBezTo>
                    <a:pt x="54610" y="1450645"/>
                    <a:pt x="78740" y="1525575"/>
                    <a:pt x="118110" y="1592885"/>
                  </a:cubicBezTo>
                  <a:cubicBezTo>
                    <a:pt x="138430" y="1627175"/>
                    <a:pt x="160020" y="1661465"/>
                    <a:pt x="182880" y="1693215"/>
                  </a:cubicBezTo>
                  <a:cubicBezTo>
                    <a:pt x="212090" y="1736395"/>
                    <a:pt x="241300" y="1778305"/>
                    <a:pt x="278130" y="1815135"/>
                  </a:cubicBezTo>
                  <a:cubicBezTo>
                    <a:pt x="322580" y="1860855"/>
                    <a:pt x="374650" y="1901495"/>
                    <a:pt x="427990" y="1937055"/>
                  </a:cubicBezTo>
                  <a:cubicBezTo>
                    <a:pt x="539750" y="2010715"/>
                    <a:pt x="673100" y="2052625"/>
                    <a:pt x="801370" y="2088185"/>
                  </a:cubicBezTo>
                  <a:cubicBezTo>
                    <a:pt x="831850" y="2097075"/>
                    <a:pt x="863600" y="2104695"/>
                    <a:pt x="895350" y="2111045"/>
                  </a:cubicBezTo>
                  <a:cubicBezTo>
                    <a:pt x="944880" y="2121205"/>
                    <a:pt x="994410" y="2132635"/>
                    <a:pt x="1043940" y="2135175"/>
                  </a:cubicBezTo>
                  <a:cubicBezTo>
                    <a:pt x="1083310" y="2137715"/>
                    <a:pt x="1123950" y="2133905"/>
                    <a:pt x="1163320" y="2131365"/>
                  </a:cubicBezTo>
                  <a:cubicBezTo>
                    <a:pt x="1216660" y="2127555"/>
                    <a:pt x="1270000" y="2122475"/>
                    <a:pt x="1323340" y="2111045"/>
                  </a:cubicBezTo>
                  <a:cubicBezTo>
                    <a:pt x="1375410" y="2099615"/>
                    <a:pt x="1424940" y="2081835"/>
                    <a:pt x="1473200" y="2060245"/>
                  </a:cubicBezTo>
                  <a:cubicBezTo>
                    <a:pt x="1549400" y="2027225"/>
                    <a:pt x="1623060" y="1981505"/>
                    <a:pt x="1678940" y="1919275"/>
                  </a:cubicBezTo>
                  <a:cubicBezTo>
                    <a:pt x="1739900" y="1850695"/>
                    <a:pt x="1798320" y="1780845"/>
                    <a:pt x="1847850" y="1703375"/>
                  </a:cubicBezTo>
                  <a:cubicBezTo>
                    <a:pt x="1896110" y="1628445"/>
                    <a:pt x="1936750" y="1548435"/>
                    <a:pt x="1976120" y="1467155"/>
                  </a:cubicBezTo>
                  <a:cubicBezTo>
                    <a:pt x="2007870" y="1401115"/>
                    <a:pt x="2039620" y="1332535"/>
                    <a:pt x="2056130" y="1260145"/>
                  </a:cubicBezTo>
                  <a:cubicBezTo>
                    <a:pt x="2067560" y="1210615"/>
                    <a:pt x="2077720" y="1159815"/>
                    <a:pt x="2082800" y="1110285"/>
                  </a:cubicBezTo>
                  <a:cubicBezTo>
                    <a:pt x="2086610" y="1072185"/>
                    <a:pt x="2087880" y="1035355"/>
                    <a:pt x="2087880" y="998525"/>
                  </a:cubicBezTo>
                  <a:cubicBezTo>
                    <a:pt x="2087880" y="908355"/>
                    <a:pt x="2082800" y="818185"/>
                    <a:pt x="2067560" y="729285"/>
                  </a:cubicBezTo>
                  <a:cubicBezTo>
                    <a:pt x="2061210" y="693725"/>
                    <a:pt x="2052320" y="659435"/>
                    <a:pt x="2039620" y="626415"/>
                  </a:cubicBezTo>
                  <a:cubicBezTo>
                    <a:pt x="2019300" y="579425"/>
                    <a:pt x="2002790" y="531165"/>
                    <a:pt x="1979930" y="484175"/>
                  </a:cubicBezTo>
                  <a:close/>
                </a:path>
              </a:pathLst>
            </a:custGeom>
            <a:blipFill>
              <a:blip r:embed="rId7"/>
              <a:stretch>
                <a:fillRect l="-1152" t="0" r="-1152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-3224586">
            <a:off x="1261575" y="-2996794"/>
            <a:ext cx="3785616" cy="4114800"/>
          </a:xfrm>
          <a:custGeom>
            <a:avLst/>
            <a:gdLst/>
            <a:ahLst/>
            <a:cxnLst/>
            <a:rect r="r" b="b" t="t" l="l"/>
            <a:pathLst>
              <a:path h="4114800" w="3785616">
                <a:moveTo>
                  <a:pt x="0" y="0"/>
                </a:moveTo>
                <a:lnTo>
                  <a:pt x="3785616" y="0"/>
                </a:lnTo>
                <a:lnTo>
                  <a:pt x="37856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22744" y="4117640"/>
            <a:ext cx="6799160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50"/>
              </a:lnSpc>
              <a:spcBef>
                <a:spcPct val="0"/>
              </a:spcBef>
            </a:pPr>
            <a:r>
              <a:rPr lang="en-US" sz="2500">
                <a:solidFill>
                  <a:srgbClr val="17181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Pantalla de Login y Registro</a:t>
            </a:r>
          </a:p>
          <a:p>
            <a:pPr algn="l" marL="0" indent="0" lvl="0">
              <a:lnSpc>
                <a:spcPts val="3750"/>
              </a:lnSpc>
              <a:spcBef>
                <a:spcPct val="0"/>
              </a:spcBef>
            </a:pPr>
            <a:r>
              <a:rPr lang="en-US" sz="2500">
                <a:solidFill>
                  <a:srgbClr val="17181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Diseño limpio y minimalista que facilita el acceso rápido al sistema. Incluye validación de credenciales en tiempo real y opciones de recuperación de contraseña. La interfaz es responsive y se adapta a cualquier dispositivo.</a:t>
            </a:r>
          </a:p>
        </p:txBody>
      </p:sp>
      <p:grpSp>
        <p:nvGrpSpPr>
          <p:cNvPr name="Group 17" id="17"/>
          <p:cNvGrpSpPr/>
          <p:nvPr/>
        </p:nvGrpSpPr>
        <p:grpSpPr>
          <a:xfrm rot="210371">
            <a:off x="-202260" y="8223468"/>
            <a:ext cx="2979344" cy="3051878"/>
            <a:chOff x="0" y="0"/>
            <a:chExt cx="2086610" cy="21374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540" y="-305"/>
              <a:ext cx="2087880" cy="2136013"/>
            </a:xfrm>
            <a:custGeom>
              <a:avLst/>
              <a:gdLst/>
              <a:ahLst/>
              <a:cxnLst/>
              <a:rect r="r" b="b" t="t" l="l"/>
              <a:pathLst>
                <a:path h="2136013" w="2087880">
                  <a:moveTo>
                    <a:pt x="1979930" y="484175"/>
                  </a:moveTo>
                  <a:cubicBezTo>
                    <a:pt x="1964690" y="452425"/>
                    <a:pt x="1948180" y="420675"/>
                    <a:pt x="1929130" y="391465"/>
                  </a:cubicBezTo>
                  <a:cubicBezTo>
                    <a:pt x="1908810" y="360985"/>
                    <a:pt x="1888490" y="327965"/>
                    <a:pt x="1861820" y="302565"/>
                  </a:cubicBezTo>
                  <a:cubicBezTo>
                    <a:pt x="1836420" y="278435"/>
                    <a:pt x="1808480" y="255575"/>
                    <a:pt x="1780540" y="233985"/>
                  </a:cubicBezTo>
                  <a:cubicBezTo>
                    <a:pt x="1725930" y="190805"/>
                    <a:pt x="1666240" y="152705"/>
                    <a:pt x="1606550" y="117145"/>
                  </a:cubicBezTo>
                  <a:cubicBezTo>
                    <a:pt x="1537970" y="75235"/>
                    <a:pt x="1461770" y="53645"/>
                    <a:pt x="1384300" y="32055"/>
                  </a:cubicBezTo>
                  <a:cubicBezTo>
                    <a:pt x="1337310" y="19355"/>
                    <a:pt x="1289050" y="9195"/>
                    <a:pt x="1239520" y="2845"/>
                  </a:cubicBezTo>
                  <a:cubicBezTo>
                    <a:pt x="1203960" y="-2235"/>
                    <a:pt x="1165860" y="305"/>
                    <a:pt x="1129030" y="4115"/>
                  </a:cubicBezTo>
                  <a:cubicBezTo>
                    <a:pt x="1079500" y="7925"/>
                    <a:pt x="1029970" y="11735"/>
                    <a:pt x="980440" y="20625"/>
                  </a:cubicBezTo>
                  <a:cubicBezTo>
                    <a:pt x="943610" y="21895"/>
                    <a:pt x="908050" y="23165"/>
                    <a:pt x="869950" y="26975"/>
                  </a:cubicBezTo>
                  <a:cubicBezTo>
                    <a:pt x="850900" y="28245"/>
                    <a:pt x="831850" y="30785"/>
                    <a:pt x="812800" y="33325"/>
                  </a:cubicBezTo>
                  <a:cubicBezTo>
                    <a:pt x="800100" y="35865"/>
                    <a:pt x="788670" y="38405"/>
                    <a:pt x="777240" y="40945"/>
                  </a:cubicBezTo>
                  <a:cubicBezTo>
                    <a:pt x="730250" y="52375"/>
                    <a:pt x="685800" y="72695"/>
                    <a:pt x="645160" y="94285"/>
                  </a:cubicBezTo>
                  <a:cubicBezTo>
                    <a:pt x="562610" y="137465"/>
                    <a:pt x="483870" y="188265"/>
                    <a:pt x="411480" y="245415"/>
                  </a:cubicBezTo>
                  <a:cubicBezTo>
                    <a:pt x="381000" y="269545"/>
                    <a:pt x="351790" y="294945"/>
                    <a:pt x="322580" y="321615"/>
                  </a:cubicBezTo>
                  <a:cubicBezTo>
                    <a:pt x="270510" y="369875"/>
                    <a:pt x="227330" y="427025"/>
                    <a:pt x="187960" y="485445"/>
                  </a:cubicBezTo>
                  <a:cubicBezTo>
                    <a:pt x="158750" y="527355"/>
                    <a:pt x="134620" y="575615"/>
                    <a:pt x="114300" y="621335"/>
                  </a:cubicBezTo>
                  <a:cubicBezTo>
                    <a:pt x="99060" y="655625"/>
                    <a:pt x="82550" y="689915"/>
                    <a:pt x="72390" y="726745"/>
                  </a:cubicBezTo>
                  <a:cubicBezTo>
                    <a:pt x="44450" y="816915"/>
                    <a:pt x="22860" y="908355"/>
                    <a:pt x="8890" y="1001065"/>
                  </a:cubicBezTo>
                  <a:cubicBezTo>
                    <a:pt x="3810" y="1037895"/>
                    <a:pt x="1270" y="1074725"/>
                    <a:pt x="0" y="1112825"/>
                  </a:cubicBezTo>
                  <a:lnTo>
                    <a:pt x="0" y="1163625"/>
                  </a:lnTo>
                  <a:cubicBezTo>
                    <a:pt x="1270" y="1195375"/>
                    <a:pt x="2540" y="1234745"/>
                    <a:pt x="8890" y="1266495"/>
                  </a:cubicBezTo>
                  <a:cubicBezTo>
                    <a:pt x="15240" y="1303325"/>
                    <a:pt x="21590" y="1341425"/>
                    <a:pt x="31750" y="1376985"/>
                  </a:cubicBezTo>
                  <a:cubicBezTo>
                    <a:pt x="54610" y="1450645"/>
                    <a:pt x="78740" y="1525575"/>
                    <a:pt x="118110" y="1592885"/>
                  </a:cubicBezTo>
                  <a:cubicBezTo>
                    <a:pt x="138430" y="1627175"/>
                    <a:pt x="160020" y="1661465"/>
                    <a:pt x="182880" y="1693215"/>
                  </a:cubicBezTo>
                  <a:cubicBezTo>
                    <a:pt x="212090" y="1736395"/>
                    <a:pt x="241300" y="1778305"/>
                    <a:pt x="278130" y="1815135"/>
                  </a:cubicBezTo>
                  <a:cubicBezTo>
                    <a:pt x="322580" y="1860855"/>
                    <a:pt x="374650" y="1901495"/>
                    <a:pt x="427990" y="1937055"/>
                  </a:cubicBezTo>
                  <a:cubicBezTo>
                    <a:pt x="539750" y="2010715"/>
                    <a:pt x="673100" y="2052625"/>
                    <a:pt x="801370" y="2088185"/>
                  </a:cubicBezTo>
                  <a:cubicBezTo>
                    <a:pt x="831850" y="2097075"/>
                    <a:pt x="863600" y="2104695"/>
                    <a:pt x="895350" y="2111045"/>
                  </a:cubicBezTo>
                  <a:cubicBezTo>
                    <a:pt x="944880" y="2121205"/>
                    <a:pt x="994410" y="2132635"/>
                    <a:pt x="1043940" y="2135175"/>
                  </a:cubicBezTo>
                  <a:cubicBezTo>
                    <a:pt x="1083310" y="2137715"/>
                    <a:pt x="1123950" y="2133905"/>
                    <a:pt x="1163320" y="2131365"/>
                  </a:cubicBezTo>
                  <a:cubicBezTo>
                    <a:pt x="1216660" y="2127555"/>
                    <a:pt x="1270000" y="2122475"/>
                    <a:pt x="1323340" y="2111045"/>
                  </a:cubicBezTo>
                  <a:cubicBezTo>
                    <a:pt x="1375410" y="2099615"/>
                    <a:pt x="1424940" y="2081835"/>
                    <a:pt x="1473200" y="2060245"/>
                  </a:cubicBezTo>
                  <a:cubicBezTo>
                    <a:pt x="1549400" y="2027225"/>
                    <a:pt x="1623060" y="1981505"/>
                    <a:pt x="1678940" y="1919275"/>
                  </a:cubicBezTo>
                  <a:cubicBezTo>
                    <a:pt x="1739900" y="1850695"/>
                    <a:pt x="1798320" y="1780845"/>
                    <a:pt x="1847850" y="1703375"/>
                  </a:cubicBezTo>
                  <a:cubicBezTo>
                    <a:pt x="1896110" y="1628445"/>
                    <a:pt x="1936750" y="1548435"/>
                    <a:pt x="1976120" y="1467155"/>
                  </a:cubicBezTo>
                  <a:cubicBezTo>
                    <a:pt x="2007870" y="1401115"/>
                    <a:pt x="2039620" y="1332535"/>
                    <a:pt x="2056130" y="1260145"/>
                  </a:cubicBezTo>
                  <a:cubicBezTo>
                    <a:pt x="2067560" y="1210615"/>
                    <a:pt x="2077720" y="1159815"/>
                    <a:pt x="2082800" y="1110285"/>
                  </a:cubicBezTo>
                  <a:cubicBezTo>
                    <a:pt x="2086610" y="1072185"/>
                    <a:pt x="2087880" y="1035355"/>
                    <a:pt x="2087880" y="998525"/>
                  </a:cubicBezTo>
                  <a:cubicBezTo>
                    <a:pt x="2087880" y="908355"/>
                    <a:pt x="2082800" y="818185"/>
                    <a:pt x="2067560" y="729285"/>
                  </a:cubicBezTo>
                  <a:cubicBezTo>
                    <a:pt x="2061210" y="693725"/>
                    <a:pt x="2052320" y="659435"/>
                    <a:pt x="2039620" y="626415"/>
                  </a:cubicBezTo>
                  <a:cubicBezTo>
                    <a:pt x="2019300" y="579425"/>
                    <a:pt x="2002790" y="531165"/>
                    <a:pt x="1979930" y="484175"/>
                  </a:cubicBezTo>
                  <a:close/>
                </a:path>
              </a:pathLst>
            </a:custGeom>
            <a:blipFill>
              <a:blip r:embed="rId8"/>
              <a:stretch>
                <a:fillRect l="-1152" t="0" r="-1152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284661" y="4040488"/>
            <a:ext cx="6799160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50"/>
              </a:lnSpc>
              <a:spcBef>
                <a:spcPct val="0"/>
              </a:spcBef>
            </a:pPr>
            <a:r>
              <a:rPr lang="en-US" sz="2500">
                <a:solidFill>
                  <a:srgbClr val="17181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Panel Principal y Dashboard</a:t>
            </a:r>
          </a:p>
          <a:p>
            <a:pPr algn="l" marL="0" indent="0" lvl="0">
              <a:lnSpc>
                <a:spcPts val="3750"/>
              </a:lnSpc>
              <a:spcBef>
                <a:spcPct val="0"/>
              </a:spcBef>
            </a:pPr>
            <a:r>
              <a:rPr lang="en-US" sz="2500">
                <a:solidFill>
                  <a:srgbClr val="17181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Vista centralizada con métricas clave: usuarios activos, membresías vigentes y pagos del día. Navegación intuitiva mediante menú lateral. Gráficos interactivos para visualizar estadísticas de rendimiento del gimnasio.</a:t>
            </a:r>
          </a:p>
        </p:txBody>
      </p:sp>
    </p:spTree>
  </p:cSld>
  <p:clrMapOvr>
    <a:masterClrMapping/>
  </p:clrMapOvr>
  <p:transition spd="slow">
    <p:cover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9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61161" y="2007182"/>
            <a:ext cx="6333958" cy="1662664"/>
          </a:xfrm>
          <a:custGeom>
            <a:avLst/>
            <a:gdLst/>
            <a:ahLst/>
            <a:cxnLst/>
            <a:rect r="r" b="b" t="t" l="l"/>
            <a:pathLst>
              <a:path h="1662664" w="6333958">
                <a:moveTo>
                  <a:pt x="0" y="0"/>
                </a:moveTo>
                <a:lnTo>
                  <a:pt x="6333958" y="0"/>
                </a:lnTo>
                <a:lnTo>
                  <a:pt x="6333958" y="1662664"/>
                </a:lnTo>
                <a:lnTo>
                  <a:pt x="0" y="1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27835" y="1791010"/>
            <a:ext cx="7000610" cy="1473654"/>
            <a:chOff x="0" y="0"/>
            <a:chExt cx="1843782" cy="38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43782" cy="388123"/>
            </a:xfrm>
            <a:custGeom>
              <a:avLst/>
              <a:gdLst/>
              <a:ahLst/>
              <a:cxnLst/>
              <a:rect r="r" b="b" t="t" l="l"/>
              <a:pathLst>
                <a:path h="388123" w="1843782">
                  <a:moveTo>
                    <a:pt x="56401" y="0"/>
                  </a:moveTo>
                  <a:lnTo>
                    <a:pt x="1787382" y="0"/>
                  </a:lnTo>
                  <a:cubicBezTo>
                    <a:pt x="1802340" y="0"/>
                    <a:pt x="1816686" y="5942"/>
                    <a:pt x="1827263" y="16519"/>
                  </a:cubicBezTo>
                  <a:cubicBezTo>
                    <a:pt x="1837840" y="27096"/>
                    <a:pt x="1843782" y="41442"/>
                    <a:pt x="1843782" y="56401"/>
                  </a:cubicBezTo>
                  <a:lnTo>
                    <a:pt x="1843782" y="331722"/>
                  </a:lnTo>
                  <a:cubicBezTo>
                    <a:pt x="1843782" y="346681"/>
                    <a:pt x="1837840" y="361026"/>
                    <a:pt x="1827263" y="371603"/>
                  </a:cubicBezTo>
                  <a:cubicBezTo>
                    <a:pt x="1816686" y="382181"/>
                    <a:pt x="1802340" y="388123"/>
                    <a:pt x="1787382" y="388123"/>
                  </a:cubicBezTo>
                  <a:lnTo>
                    <a:pt x="56401" y="388123"/>
                  </a:lnTo>
                  <a:cubicBezTo>
                    <a:pt x="41442" y="388123"/>
                    <a:pt x="27096" y="382181"/>
                    <a:pt x="16519" y="371603"/>
                  </a:cubicBezTo>
                  <a:cubicBezTo>
                    <a:pt x="5942" y="361026"/>
                    <a:pt x="0" y="346681"/>
                    <a:pt x="0" y="331722"/>
                  </a:cubicBezTo>
                  <a:lnTo>
                    <a:pt x="0" y="56401"/>
                  </a:lnTo>
                  <a:cubicBezTo>
                    <a:pt x="0" y="41442"/>
                    <a:pt x="5942" y="27096"/>
                    <a:pt x="16519" y="16519"/>
                  </a:cubicBezTo>
                  <a:cubicBezTo>
                    <a:pt x="27096" y="5942"/>
                    <a:pt x="41442" y="0"/>
                    <a:pt x="56401" y="0"/>
                  </a:cubicBezTo>
                  <a:close/>
                </a:path>
              </a:pathLst>
            </a:custGeom>
            <a:solidFill>
              <a:srgbClr val="FFFEF8"/>
            </a:solidFill>
            <a:ln w="38100" cap="rnd">
              <a:solidFill>
                <a:srgbClr val="171819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843782" cy="416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90746" y="7608810"/>
            <a:ext cx="6873590" cy="1804317"/>
          </a:xfrm>
          <a:custGeom>
            <a:avLst/>
            <a:gdLst/>
            <a:ahLst/>
            <a:cxnLst/>
            <a:rect r="r" b="b" t="t" l="l"/>
            <a:pathLst>
              <a:path h="1804317" w="6873590">
                <a:moveTo>
                  <a:pt x="0" y="0"/>
                </a:moveTo>
                <a:lnTo>
                  <a:pt x="6873590" y="0"/>
                </a:lnTo>
                <a:lnTo>
                  <a:pt x="6873590" y="1804317"/>
                </a:lnTo>
                <a:lnTo>
                  <a:pt x="0" y="1804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184443" y="-1782407"/>
            <a:ext cx="6550378" cy="6288363"/>
          </a:xfrm>
          <a:custGeom>
            <a:avLst/>
            <a:gdLst/>
            <a:ahLst/>
            <a:cxnLst/>
            <a:rect r="r" b="b" t="t" l="l"/>
            <a:pathLst>
              <a:path h="6288363" w="6550378">
                <a:moveTo>
                  <a:pt x="0" y="0"/>
                </a:moveTo>
                <a:lnTo>
                  <a:pt x="6550378" y="0"/>
                </a:lnTo>
                <a:lnTo>
                  <a:pt x="6550378" y="6288363"/>
                </a:lnTo>
                <a:lnTo>
                  <a:pt x="0" y="62883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791010"/>
            <a:ext cx="7000610" cy="7118947"/>
            <a:chOff x="0" y="0"/>
            <a:chExt cx="1843782" cy="18749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43782" cy="1874949"/>
            </a:xfrm>
            <a:custGeom>
              <a:avLst/>
              <a:gdLst/>
              <a:ahLst/>
              <a:cxnLst/>
              <a:rect r="r" b="b" t="t" l="l"/>
              <a:pathLst>
                <a:path h="1874949" w="1843782">
                  <a:moveTo>
                    <a:pt x="56401" y="0"/>
                  </a:moveTo>
                  <a:lnTo>
                    <a:pt x="1787382" y="0"/>
                  </a:lnTo>
                  <a:cubicBezTo>
                    <a:pt x="1802340" y="0"/>
                    <a:pt x="1816686" y="5942"/>
                    <a:pt x="1827263" y="16519"/>
                  </a:cubicBezTo>
                  <a:cubicBezTo>
                    <a:pt x="1837840" y="27096"/>
                    <a:pt x="1843782" y="41442"/>
                    <a:pt x="1843782" y="56401"/>
                  </a:cubicBezTo>
                  <a:lnTo>
                    <a:pt x="1843782" y="1818548"/>
                  </a:lnTo>
                  <a:cubicBezTo>
                    <a:pt x="1843782" y="1849698"/>
                    <a:pt x="1818531" y="1874949"/>
                    <a:pt x="1787382" y="1874949"/>
                  </a:cubicBezTo>
                  <a:lnTo>
                    <a:pt x="56401" y="1874949"/>
                  </a:lnTo>
                  <a:cubicBezTo>
                    <a:pt x="41442" y="1874949"/>
                    <a:pt x="27096" y="1869007"/>
                    <a:pt x="16519" y="1858430"/>
                  </a:cubicBezTo>
                  <a:cubicBezTo>
                    <a:pt x="5942" y="1847853"/>
                    <a:pt x="0" y="1833507"/>
                    <a:pt x="0" y="1818548"/>
                  </a:cubicBezTo>
                  <a:lnTo>
                    <a:pt x="0" y="56401"/>
                  </a:lnTo>
                  <a:cubicBezTo>
                    <a:pt x="0" y="41442"/>
                    <a:pt x="5942" y="27096"/>
                    <a:pt x="16519" y="16519"/>
                  </a:cubicBezTo>
                  <a:cubicBezTo>
                    <a:pt x="27096" y="5942"/>
                    <a:pt x="41442" y="0"/>
                    <a:pt x="56401" y="0"/>
                  </a:cubicBezTo>
                  <a:close/>
                </a:path>
              </a:pathLst>
            </a:custGeom>
            <a:solidFill>
              <a:srgbClr val="FFFEF8"/>
            </a:solidFill>
            <a:ln w="38100" cap="rnd">
              <a:solidFill>
                <a:srgbClr val="171819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843782" cy="1903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661161" y="3803210"/>
            <a:ext cx="6333958" cy="1662664"/>
          </a:xfrm>
          <a:custGeom>
            <a:avLst/>
            <a:gdLst/>
            <a:ahLst/>
            <a:cxnLst/>
            <a:rect r="r" b="b" t="t" l="l"/>
            <a:pathLst>
              <a:path h="1662664" w="6333958">
                <a:moveTo>
                  <a:pt x="0" y="0"/>
                </a:moveTo>
                <a:lnTo>
                  <a:pt x="6333958" y="0"/>
                </a:lnTo>
                <a:lnTo>
                  <a:pt x="6333958" y="1662664"/>
                </a:lnTo>
                <a:lnTo>
                  <a:pt x="0" y="1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327835" y="3669846"/>
            <a:ext cx="7000610" cy="1473654"/>
            <a:chOff x="0" y="0"/>
            <a:chExt cx="1843782" cy="3881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43782" cy="388123"/>
            </a:xfrm>
            <a:custGeom>
              <a:avLst/>
              <a:gdLst/>
              <a:ahLst/>
              <a:cxnLst/>
              <a:rect r="r" b="b" t="t" l="l"/>
              <a:pathLst>
                <a:path h="388123" w="1843782">
                  <a:moveTo>
                    <a:pt x="56401" y="0"/>
                  </a:moveTo>
                  <a:lnTo>
                    <a:pt x="1787382" y="0"/>
                  </a:lnTo>
                  <a:cubicBezTo>
                    <a:pt x="1802340" y="0"/>
                    <a:pt x="1816686" y="5942"/>
                    <a:pt x="1827263" y="16519"/>
                  </a:cubicBezTo>
                  <a:cubicBezTo>
                    <a:pt x="1837840" y="27096"/>
                    <a:pt x="1843782" y="41442"/>
                    <a:pt x="1843782" y="56401"/>
                  </a:cubicBezTo>
                  <a:lnTo>
                    <a:pt x="1843782" y="331722"/>
                  </a:lnTo>
                  <a:cubicBezTo>
                    <a:pt x="1843782" y="346681"/>
                    <a:pt x="1837840" y="361026"/>
                    <a:pt x="1827263" y="371603"/>
                  </a:cubicBezTo>
                  <a:cubicBezTo>
                    <a:pt x="1816686" y="382181"/>
                    <a:pt x="1802340" y="388123"/>
                    <a:pt x="1787382" y="388123"/>
                  </a:cubicBezTo>
                  <a:lnTo>
                    <a:pt x="56401" y="388123"/>
                  </a:lnTo>
                  <a:cubicBezTo>
                    <a:pt x="41442" y="388123"/>
                    <a:pt x="27096" y="382181"/>
                    <a:pt x="16519" y="371603"/>
                  </a:cubicBezTo>
                  <a:cubicBezTo>
                    <a:pt x="5942" y="361026"/>
                    <a:pt x="0" y="346681"/>
                    <a:pt x="0" y="331722"/>
                  </a:cubicBezTo>
                  <a:lnTo>
                    <a:pt x="0" y="56401"/>
                  </a:lnTo>
                  <a:cubicBezTo>
                    <a:pt x="0" y="41442"/>
                    <a:pt x="5942" y="27096"/>
                    <a:pt x="16519" y="16519"/>
                  </a:cubicBezTo>
                  <a:cubicBezTo>
                    <a:pt x="27096" y="5942"/>
                    <a:pt x="41442" y="0"/>
                    <a:pt x="56401" y="0"/>
                  </a:cubicBezTo>
                  <a:close/>
                </a:path>
              </a:pathLst>
            </a:custGeom>
            <a:solidFill>
              <a:srgbClr val="FFFEF8"/>
            </a:solidFill>
            <a:ln w="38100" cap="rnd">
              <a:solidFill>
                <a:srgbClr val="171819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843782" cy="416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661161" y="5773640"/>
            <a:ext cx="6333958" cy="1662664"/>
          </a:xfrm>
          <a:custGeom>
            <a:avLst/>
            <a:gdLst/>
            <a:ahLst/>
            <a:cxnLst/>
            <a:rect r="r" b="b" t="t" l="l"/>
            <a:pathLst>
              <a:path h="1662664" w="6333958">
                <a:moveTo>
                  <a:pt x="0" y="0"/>
                </a:moveTo>
                <a:lnTo>
                  <a:pt x="6333958" y="0"/>
                </a:lnTo>
                <a:lnTo>
                  <a:pt x="6333958" y="1662664"/>
                </a:lnTo>
                <a:lnTo>
                  <a:pt x="0" y="1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327835" y="5553075"/>
            <a:ext cx="7000610" cy="1473654"/>
            <a:chOff x="0" y="0"/>
            <a:chExt cx="1843782" cy="3881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43782" cy="388123"/>
            </a:xfrm>
            <a:custGeom>
              <a:avLst/>
              <a:gdLst/>
              <a:ahLst/>
              <a:cxnLst/>
              <a:rect r="r" b="b" t="t" l="l"/>
              <a:pathLst>
                <a:path h="388123" w="1843782">
                  <a:moveTo>
                    <a:pt x="56401" y="0"/>
                  </a:moveTo>
                  <a:lnTo>
                    <a:pt x="1787382" y="0"/>
                  </a:lnTo>
                  <a:cubicBezTo>
                    <a:pt x="1802340" y="0"/>
                    <a:pt x="1816686" y="5942"/>
                    <a:pt x="1827263" y="16519"/>
                  </a:cubicBezTo>
                  <a:cubicBezTo>
                    <a:pt x="1837840" y="27096"/>
                    <a:pt x="1843782" y="41442"/>
                    <a:pt x="1843782" y="56401"/>
                  </a:cubicBezTo>
                  <a:lnTo>
                    <a:pt x="1843782" y="331722"/>
                  </a:lnTo>
                  <a:cubicBezTo>
                    <a:pt x="1843782" y="346681"/>
                    <a:pt x="1837840" y="361026"/>
                    <a:pt x="1827263" y="371603"/>
                  </a:cubicBezTo>
                  <a:cubicBezTo>
                    <a:pt x="1816686" y="382181"/>
                    <a:pt x="1802340" y="388123"/>
                    <a:pt x="1787382" y="388123"/>
                  </a:cubicBezTo>
                  <a:lnTo>
                    <a:pt x="56401" y="388123"/>
                  </a:lnTo>
                  <a:cubicBezTo>
                    <a:pt x="41442" y="388123"/>
                    <a:pt x="27096" y="382181"/>
                    <a:pt x="16519" y="371603"/>
                  </a:cubicBezTo>
                  <a:cubicBezTo>
                    <a:pt x="5942" y="361026"/>
                    <a:pt x="0" y="346681"/>
                    <a:pt x="0" y="331722"/>
                  </a:cubicBezTo>
                  <a:lnTo>
                    <a:pt x="0" y="56401"/>
                  </a:lnTo>
                  <a:cubicBezTo>
                    <a:pt x="0" y="41442"/>
                    <a:pt x="5942" y="27096"/>
                    <a:pt x="16519" y="16519"/>
                  </a:cubicBezTo>
                  <a:cubicBezTo>
                    <a:pt x="27096" y="5942"/>
                    <a:pt x="41442" y="0"/>
                    <a:pt x="56401" y="0"/>
                  </a:cubicBezTo>
                  <a:close/>
                </a:path>
              </a:pathLst>
            </a:custGeom>
            <a:solidFill>
              <a:srgbClr val="FFFEF8"/>
            </a:solidFill>
            <a:ln w="38100" cap="rnd">
              <a:solidFill>
                <a:srgbClr val="171819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843782" cy="416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2226620">
            <a:off x="14704864" y="7744763"/>
            <a:ext cx="5108872" cy="2113796"/>
          </a:xfrm>
          <a:custGeom>
            <a:avLst/>
            <a:gdLst/>
            <a:ahLst/>
            <a:cxnLst/>
            <a:rect r="r" b="b" t="t" l="l"/>
            <a:pathLst>
              <a:path h="2113796" w="5108872">
                <a:moveTo>
                  <a:pt x="0" y="0"/>
                </a:moveTo>
                <a:lnTo>
                  <a:pt x="5108872" y="0"/>
                </a:lnTo>
                <a:lnTo>
                  <a:pt x="5108872" y="2113796"/>
                </a:lnTo>
                <a:lnTo>
                  <a:pt x="0" y="21137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661161" y="7679636"/>
            <a:ext cx="6333958" cy="1662664"/>
          </a:xfrm>
          <a:custGeom>
            <a:avLst/>
            <a:gdLst/>
            <a:ahLst/>
            <a:cxnLst/>
            <a:rect r="r" b="b" t="t" l="l"/>
            <a:pathLst>
              <a:path h="1662664" w="6333958">
                <a:moveTo>
                  <a:pt x="0" y="0"/>
                </a:moveTo>
                <a:lnTo>
                  <a:pt x="6333958" y="0"/>
                </a:lnTo>
                <a:lnTo>
                  <a:pt x="6333958" y="1662664"/>
                </a:lnTo>
                <a:lnTo>
                  <a:pt x="0" y="1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9327835" y="7436304"/>
            <a:ext cx="7000610" cy="1473654"/>
            <a:chOff x="0" y="0"/>
            <a:chExt cx="1843782" cy="38812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43782" cy="388123"/>
            </a:xfrm>
            <a:custGeom>
              <a:avLst/>
              <a:gdLst/>
              <a:ahLst/>
              <a:cxnLst/>
              <a:rect r="r" b="b" t="t" l="l"/>
              <a:pathLst>
                <a:path h="388123" w="1843782">
                  <a:moveTo>
                    <a:pt x="56401" y="0"/>
                  </a:moveTo>
                  <a:lnTo>
                    <a:pt x="1787382" y="0"/>
                  </a:lnTo>
                  <a:cubicBezTo>
                    <a:pt x="1802340" y="0"/>
                    <a:pt x="1816686" y="5942"/>
                    <a:pt x="1827263" y="16519"/>
                  </a:cubicBezTo>
                  <a:cubicBezTo>
                    <a:pt x="1837840" y="27096"/>
                    <a:pt x="1843782" y="41442"/>
                    <a:pt x="1843782" y="56401"/>
                  </a:cubicBezTo>
                  <a:lnTo>
                    <a:pt x="1843782" y="331722"/>
                  </a:lnTo>
                  <a:cubicBezTo>
                    <a:pt x="1843782" y="346681"/>
                    <a:pt x="1837840" y="361026"/>
                    <a:pt x="1827263" y="371603"/>
                  </a:cubicBezTo>
                  <a:cubicBezTo>
                    <a:pt x="1816686" y="382181"/>
                    <a:pt x="1802340" y="388123"/>
                    <a:pt x="1787382" y="388123"/>
                  </a:cubicBezTo>
                  <a:lnTo>
                    <a:pt x="56401" y="388123"/>
                  </a:lnTo>
                  <a:cubicBezTo>
                    <a:pt x="41442" y="388123"/>
                    <a:pt x="27096" y="382181"/>
                    <a:pt x="16519" y="371603"/>
                  </a:cubicBezTo>
                  <a:cubicBezTo>
                    <a:pt x="5942" y="361026"/>
                    <a:pt x="0" y="346681"/>
                    <a:pt x="0" y="331722"/>
                  </a:cubicBezTo>
                  <a:lnTo>
                    <a:pt x="0" y="56401"/>
                  </a:lnTo>
                  <a:cubicBezTo>
                    <a:pt x="0" y="41442"/>
                    <a:pt x="5942" y="27096"/>
                    <a:pt x="16519" y="16519"/>
                  </a:cubicBezTo>
                  <a:cubicBezTo>
                    <a:pt x="27096" y="5942"/>
                    <a:pt x="41442" y="0"/>
                    <a:pt x="56401" y="0"/>
                  </a:cubicBezTo>
                  <a:close/>
                </a:path>
              </a:pathLst>
            </a:custGeom>
            <a:solidFill>
              <a:srgbClr val="FFFEF8"/>
            </a:solidFill>
            <a:ln w="28575" cap="rnd">
              <a:solidFill>
                <a:srgbClr val="171819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843782" cy="416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78131" y="5012216"/>
            <a:ext cx="6220081" cy="3498752"/>
            <a:chOff x="0" y="0"/>
            <a:chExt cx="1128903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287760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7"/>
              <a:stretch>
                <a:fillRect l="0" t="-671" r="0" b="-671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78131" y="2265900"/>
            <a:ext cx="6220081" cy="211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44"/>
              </a:lnSpc>
            </a:pPr>
            <a:r>
              <a:rPr lang="en-US" b="true" sz="7494" spc="-149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Resultados</a:t>
            </a:r>
          </a:p>
          <a:p>
            <a:pPr algn="l" marL="0" indent="0" lvl="0">
              <a:lnSpc>
                <a:spcPts val="8244"/>
              </a:lnSpc>
            </a:pPr>
            <a:r>
              <a:rPr lang="en-US" b="true" sz="7494" spc="-149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esperados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898599" y="1361774"/>
            <a:ext cx="858472" cy="858472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D5F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  <a:r>
                <a:rPr lang="en-US" b="true" sz="2499">
                  <a:solidFill>
                    <a:srgbClr val="171819"/>
                  </a:solidFill>
                  <a:latin typeface="Cy Grotesk Wide Bold"/>
                  <a:ea typeface="Cy Grotesk Wide Bold"/>
                  <a:cs typeface="Cy Grotesk Wide Bold"/>
                  <a:sym typeface="Cy Grotesk Wide Bold"/>
                </a:rPr>
                <a:t>1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725303" y="3373975"/>
            <a:ext cx="858472" cy="858472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D8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  <a:r>
                <a:rPr lang="en-US" b="true" sz="2499">
                  <a:solidFill>
                    <a:srgbClr val="171819"/>
                  </a:solidFill>
                  <a:latin typeface="Cy Grotesk Wide Bold"/>
                  <a:ea typeface="Cy Grotesk Wide Bold"/>
                  <a:cs typeface="Cy Grotesk Wide Bold"/>
                  <a:sym typeface="Cy Grotesk Wide Bold"/>
                </a:rPr>
                <a:t>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898599" y="5350484"/>
            <a:ext cx="858472" cy="858472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D5F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  <a:r>
                <a:rPr lang="en-US" b="true" sz="2499">
                  <a:solidFill>
                    <a:srgbClr val="171819"/>
                  </a:solidFill>
                  <a:latin typeface="Cy Grotesk Wide Bold"/>
                  <a:ea typeface="Cy Grotesk Wide Bold"/>
                  <a:cs typeface="Cy Grotesk Wide Bold"/>
                  <a:sym typeface="Cy Grotesk Wide Bold"/>
                </a:rPr>
                <a:t>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899209" y="7131504"/>
            <a:ext cx="858472" cy="858472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D8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  <a:r>
                <a:rPr lang="en-US" b="true" sz="2499">
                  <a:solidFill>
                    <a:srgbClr val="171819"/>
                  </a:solidFill>
                  <a:latin typeface="Cy Grotesk Wide Bold"/>
                  <a:ea typeface="Cy Grotesk Wide Bold"/>
                  <a:cs typeface="Cy Grotesk Wide Bold"/>
                  <a:sym typeface="Cy Grotesk Wide Bold"/>
                </a:rPr>
                <a:t>4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661161" y="2285584"/>
            <a:ext cx="7354741" cy="45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7"/>
              </a:lnSpc>
              <a:spcBef>
                <a:spcPct val="0"/>
              </a:spcBef>
            </a:pPr>
            <a:r>
              <a:rPr lang="en-US" b="true" sz="2798" strike="noStrike" u="none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Ahorro de tiempo en gestión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57071" y="4157753"/>
            <a:ext cx="7354741" cy="45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7"/>
              </a:lnSpc>
              <a:spcBef>
                <a:spcPct val="0"/>
              </a:spcBef>
            </a:pPr>
            <a:r>
              <a:rPr lang="en-US" b="true" sz="2798" strike="noStrike" u="none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Reducción de errores en cobros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57071" y="6056424"/>
            <a:ext cx="7354741" cy="45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7"/>
              </a:lnSpc>
              <a:spcBef>
                <a:spcPct val="0"/>
              </a:spcBef>
            </a:pPr>
            <a:r>
              <a:rPr lang="en-US" b="true" sz="2798" strike="noStrike" u="none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Mejor organización de datos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757071" y="7951875"/>
            <a:ext cx="7354741" cy="45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7"/>
              </a:lnSpc>
              <a:spcBef>
                <a:spcPct val="0"/>
              </a:spcBef>
            </a:pPr>
            <a:r>
              <a:rPr lang="en-US" b="true" sz="2798" strike="noStrike" u="none">
                <a:solidFill>
                  <a:srgbClr val="171819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Mejor atención al cliente</a:t>
            </a:r>
          </a:p>
        </p:txBody>
      </p:sp>
    </p:spTree>
  </p:cSld>
  <p:clrMapOvr>
    <a:masterClrMapping/>
  </p:clrMapOvr>
  <p:transition spd="slow">
    <p:cover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D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99156" y="-1398386"/>
            <a:ext cx="6550378" cy="6288363"/>
          </a:xfrm>
          <a:custGeom>
            <a:avLst/>
            <a:gdLst/>
            <a:ahLst/>
            <a:cxnLst/>
            <a:rect r="r" b="b" t="t" l="l"/>
            <a:pathLst>
              <a:path h="6288363" w="6550378">
                <a:moveTo>
                  <a:pt x="0" y="0"/>
                </a:moveTo>
                <a:lnTo>
                  <a:pt x="6550377" y="0"/>
                </a:lnTo>
                <a:lnTo>
                  <a:pt x="6550377" y="6288362"/>
                </a:lnTo>
                <a:lnTo>
                  <a:pt x="0" y="62883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68442" y="7189805"/>
            <a:ext cx="7315200" cy="3927519"/>
          </a:xfrm>
          <a:custGeom>
            <a:avLst/>
            <a:gdLst/>
            <a:ahLst/>
            <a:cxnLst/>
            <a:rect r="r" b="b" t="t" l="l"/>
            <a:pathLst>
              <a:path h="3927519" w="7315200">
                <a:moveTo>
                  <a:pt x="0" y="0"/>
                </a:moveTo>
                <a:lnTo>
                  <a:pt x="7315200" y="0"/>
                </a:lnTo>
                <a:lnTo>
                  <a:pt x="7315200" y="3927519"/>
                </a:lnTo>
                <a:lnTo>
                  <a:pt x="0" y="39275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110593" y="2238601"/>
            <a:ext cx="12066814" cy="6615707"/>
            <a:chOff x="0" y="0"/>
            <a:chExt cx="3178091" cy="17424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78091" cy="1742408"/>
            </a:xfrm>
            <a:custGeom>
              <a:avLst/>
              <a:gdLst/>
              <a:ahLst/>
              <a:cxnLst/>
              <a:rect r="r" b="b" t="t" l="l"/>
              <a:pathLst>
                <a:path h="1742408" w="3178091">
                  <a:moveTo>
                    <a:pt x="32480" y="0"/>
                  </a:moveTo>
                  <a:lnTo>
                    <a:pt x="3145611" y="0"/>
                  </a:lnTo>
                  <a:cubicBezTo>
                    <a:pt x="3163549" y="0"/>
                    <a:pt x="3178091" y="14542"/>
                    <a:pt x="3178091" y="32480"/>
                  </a:cubicBezTo>
                  <a:lnTo>
                    <a:pt x="3178091" y="1709928"/>
                  </a:lnTo>
                  <a:cubicBezTo>
                    <a:pt x="3178091" y="1727866"/>
                    <a:pt x="3163549" y="1742408"/>
                    <a:pt x="3145611" y="1742408"/>
                  </a:cubicBezTo>
                  <a:lnTo>
                    <a:pt x="32480" y="1742408"/>
                  </a:lnTo>
                  <a:cubicBezTo>
                    <a:pt x="14542" y="1742408"/>
                    <a:pt x="0" y="1727866"/>
                    <a:pt x="0" y="1709928"/>
                  </a:cubicBezTo>
                  <a:lnTo>
                    <a:pt x="0" y="32480"/>
                  </a:lnTo>
                  <a:cubicBezTo>
                    <a:pt x="0" y="14542"/>
                    <a:pt x="14542" y="0"/>
                    <a:pt x="32480" y="0"/>
                  </a:cubicBezTo>
                  <a:close/>
                </a:path>
              </a:pathLst>
            </a:custGeom>
            <a:solidFill>
              <a:srgbClr val="FFFEF8"/>
            </a:solidFill>
            <a:ln w="38100" cap="rnd">
              <a:solidFill>
                <a:srgbClr val="171819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178091" cy="1770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68528">
            <a:off x="4690900" y="1245031"/>
            <a:ext cx="8886437" cy="2332690"/>
          </a:xfrm>
          <a:custGeom>
            <a:avLst/>
            <a:gdLst/>
            <a:ahLst/>
            <a:cxnLst/>
            <a:rect r="r" b="b" t="t" l="l"/>
            <a:pathLst>
              <a:path h="2332690" w="8886437">
                <a:moveTo>
                  <a:pt x="0" y="0"/>
                </a:moveTo>
                <a:lnTo>
                  <a:pt x="8886436" y="0"/>
                </a:lnTo>
                <a:lnTo>
                  <a:pt x="8886436" y="2332690"/>
                </a:lnTo>
                <a:lnTo>
                  <a:pt x="0" y="23326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90344">
            <a:off x="4171506" y="1224499"/>
            <a:ext cx="9944100" cy="1615082"/>
            <a:chOff x="0" y="0"/>
            <a:chExt cx="2619022" cy="4253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19022" cy="425371"/>
            </a:xfrm>
            <a:custGeom>
              <a:avLst/>
              <a:gdLst/>
              <a:ahLst/>
              <a:cxnLst/>
              <a:rect r="r" b="b" t="t" l="l"/>
              <a:pathLst>
                <a:path h="425371" w="2619022">
                  <a:moveTo>
                    <a:pt x="39414" y="0"/>
                  </a:moveTo>
                  <a:lnTo>
                    <a:pt x="2579608" y="0"/>
                  </a:lnTo>
                  <a:cubicBezTo>
                    <a:pt x="2601376" y="0"/>
                    <a:pt x="2619022" y="17646"/>
                    <a:pt x="2619022" y="39414"/>
                  </a:cubicBezTo>
                  <a:lnTo>
                    <a:pt x="2619022" y="385958"/>
                  </a:lnTo>
                  <a:cubicBezTo>
                    <a:pt x="2619022" y="407725"/>
                    <a:pt x="2601376" y="425371"/>
                    <a:pt x="2579608" y="425371"/>
                  </a:cubicBezTo>
                  <a:lnTo>
                    <a:pt x="39414" y="425371"/>
                  </a:lnTo>
                  <a:cubicBezTo>
                    <a:pt x="17646" y="425371"/>
                    <a:pt x="0" y="407725"/>
                    <a:pt x="0" y="385958"/>
                  </a:cubicBezTo>
                  <a:lnTo>
                    <a:pt x="0" y="39414"/>
                  </a:lnTo>
                  <a:cubicBezTo>
                    <a:pt x="0" y="17646"/>
                    <a:pt x="17646" y="0"/>
                    <a:pt x="39414" y="0"/>
                  </a:cubicBezTo>
                  <a:close/>
                </a:path>
              </a:pathLst>
            </a:custGeom>
            <a:solidFill>
              <a:srgbClr val="CDD5FA"/>
            </a:solidFill>
            <a:ln w="38100" cap="rnd">
              <a:solidFill>
                <a:srgbClr val="171819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619022" cy="453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-98583">
            <a:off x="1922470" y="1395085"/>
            <a:ext cx="14442513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93"/>
              </a:lnSpc>
              <a:spcBef>
                <a:spcPct val="0"/>
              </a:spcBef>
            </a:pPr>
            <a:r>
              <a:rPr lang="en-US" b="true" sz="7994" spc="159">
                <a:solidFill>
                  <a:srgbClr val="FF681D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¡Futuras Mejoras!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436588" y="-119617"/>
            <a:ext cx="4201641" cy="4303933"/>
            <a:chOff x="0" y="0"/>
            <a:chExt cx="2086610" cy="21374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540" y="-305"/>
              <a:ext cx="2087880" cy="2136013"/>
            </a:xfrm>
            <a:custGeom>
              <a:avLst/>
              <a:gdLst/>
              <a:ahLst/>
              <a:cxnLst/>
              <a:rect r="r" b="b" t="t" l="l"/>
              <a:pathLst>
                <a:path h="2136013" w="2087880">
                  <a:moveTo>
                    <a:pt x="1979930" y="484175"/>
                  </a:moveTo>
                  <a:cubicBezTo>
                    <a:pt x="1964690" y="452425"/>
                    <a:pt x="1948180" y="420675"/>
                    <a:pt x="1929130" y="391465"/>
                  </a:cubicBezTo>
                  <a:cubicBezTo>
                    <a:pt x="1908810" y="360985"/>
                    <a:pt x="1888490" y="327965"/>
                    <a:pt x="1861820" y="302565"/>
                  </a:cubicBezTo>
                  <a:cubicBezTo>
                    <a:pt x="1836420" y="278435"/>
                    <a:pt x="1808480" y="255575"/>
                    <a:pt x="1780540" y="233985"/>
                  </a:cubicBezTo>
                  <a:cubicBezTo>
                    <a:pt x="1725930" y="190805"/>
                    <a:pt x="1666240" y="152705"/>
                    <a:pt x="1606550" y="117145"/>
                  </a:cubicBezTo>
                  <a:cubicBezTo>
                    <a:pt x="1537970" y="75235"/>
                    <a:pt x="1461770" y="53645"/>
                    <a:pt x="1384300" y="32055"/>
                  </a:cubicBezTo>
                  <a:cubicBezTo>
                    <a:pt x="1337310" y="19355"/>
                    <a:pt x="1289050" y="9195"/>
                    <a:pt x="1239520" y="2845"/>
                  </a:cubicBezTo>
                  <a:cubicBezTo>
                    <a:pt x="1203960" y="-2235"/>
                    <a:pt x="1165860" y="305"/>
                    <a:pt x="1129030" y="4115"/>
                  </a:cubicBezTo>
                  <a:cubicBezTo>
                    <a:pt x="1079500" y="7925"/>
                    <a:pt x="1029970" y="11735"/>
                    <a:pt x="980440" y="20625"/>
                  </a:cubicBezTo>
                  <a:cubicBezTo>
                    <a:pt x="943610" y="21895"/>
                    <a:pt x="908050" y="23165"/>
                    <a:pt x="869950" y="26975"/>
                  </a:cubicBezTo>
                  <a:cubicBezTo>
                    <a:pt x="850900" y="28245"/>
                    <a:pt x="831850" y="30785"/>
                    <a:pt x="812800" y="33325"/>
                  </a:cubicBezTo>
                  <a:cubicBezTo>
                    <a:pt x="800100" y="35865"/>
                    <a:pt x="788670" y="38405"/>
                    <a:pt x="777240" y="40945"/>
                  </a:cubicBezTo>
                  <a:cubicBezTo>
                    <a:pt x="730250" y="52375"/>
                    <a:pt x="685800" y="72695"/>
                    <a:pt x="645160" y="94285"/>
                  </a:cubicBezTo>
                  <a:cubicBezTo>
                    <a:pt x="562610" y="137465"/>
                    <a:pt x="483870" y="188265"/>
                    <a:pt x="411480" y="245415"/>
                  </a:cubicBezTo>
                  <a:cubicBezTo>
                    <a:pt x="381000" y="269545"/>
                    <a:pt x="351790" y="294945"/>
                    <a:pt x="322580" y="321615"/>
                  </a:cubicBezTo>
                  <a:cubicBezTo>
                    <a:pt x="270510" y="369875"/>
                    <a:pt x="227330" y="427025"/>
                    <a:pt x="187960" y="485445"/>
                  </a:cubicBezTo>
                  <a:cubicBezTo>
                    <a:pt x="158750" y="527355"/>
                    <a:pt x="134620" y="575615"/>
                    <a:pt x="114300" y="621335"/>
                  </a:cubicBezTo>
                  <a:cubicBezTo>
                    <a:pt x="99060" y="655625"/>
                    <a:pt x="82550" y="689915"/>
                    <a:pt x="72390" y="726745"/>
                  </a:cubicBezTo>
                  <a:cubicBezTo>
                    <a:pt x="44450" y="816915"/>
                    <a:pt x="22860" y="908355"/>
                    <a:pt x="8890" y="1001065"/>
                  </a:cubicBezTo>
                  <a:cubicBezTo>
                    <a:pt x="3810" y="1037895"/>
                    <a:pt x="1270" y="1074725"/>
                    <a:pt x="0" y="1112825"/>
                  </a:cubicBezTo>
                  <a:lnTo>
                    <a:pt x="0" y="1163625"/>
                  </a:lnTo>
                  <a:cubicBezTo>
                    <a:pt x="1270" y="1195375"/>
                    <a:pt x="2540" y="1234745"/>
                    <a:pt x="8890" y="1266495"/>
                  </a:cubicBezTo>
                  <a:cubicBezTo>
                    <a:pt x="15240" y="1303325"/>
                    <a:pt x="21590" y="1341425"/>
                    <a:pt x="31750" y="1376985"/>
                  </a:cubicBezTo>
                  <a:cubicBezTo>
                    <a:pt x="54610" y="1450645"/>
                    <a:pt x="78740" y="1525575"/>
                    <a:pt x="118110" y="1592885"/>
                  </a:cubicBezTo>
                  <a:cubicBezTo>
                    <a:pt x="138430" y="1627175"/>
                    <a:pt x="160020" y="1661465"/>
                    <a:pt x="182880" y="1693215"/>
                  </a:cubicBezTo>
                  <a:cubicBezTo>
                    <a:pt x="212090" y="1736395"/>
                    <a:pt x="241300" y="1778305"/>
                    <a:pt x="278130" y="1815135"/>
                  </a:cubicBezTo>
                  <a:cubicBezTo>
                    <a:pt x="322580" y="1860855"/>
                    <a:pt x="374650" y="1901495"/>
                    <a:pt x="427990" y="1937055"/>
                  </a:cubicBezTo>
                  <a:cubicBezTo>
                    <a:pt x="539750" y="2010715"/>
                    <a:pt x="673100" y="2052625"/>
                    <a:pt x="801370" y="2088185"/>
                  </a:cubicBezTo>
                  <a:cubicBezTo>
                    <a:pt x="831850" y="2097075"/>
                    <a:pt x="863600" y="2104695"/>
                    <a:pt x="895350" y="2111045"/>
                  </a:cubicBezTo>
                  <a:cubicBezTo>
                    <a:pt x="944880" y="2121205"/>
                    <a:pt x="994410" y="2132635"/>
                    <a:pt x="1043940" y="2135175"/>
                  </a:cubicBezTo>
                  <a:cubicBezTo>
                    <a:pt x="1083310" y="2137715"/>
                    <a:pt x="1123950" y="2133905"/>
                    <a:pt x="1163320" y="2131365"/>
                  </a:cubicBezTo>
                  <a:cubicBezTo>
                    <a:pt x="1216660" y="2127555"/>
                    <a:pt x="1270000" y="2122475"/>
                    <a:pt x="1323340" y="2111045"/>
                  </a:cubicBezTo>
                  <a:cubicBezTo>
                    <a:pt x="1375410" y="2099615"/>
                    <a:pt x="1424940" y="2081835"/>
                    <a:pt x="1473200" y="2060245"/>
                  </a:cubicBezTo>
                  <a:cubicBezTo>
                    <a:pt x="1549400" y="2027225"/>
                    <a:pt x="1623060" y="1981505"/>
                    <a:pt x="1678940" y="1919275"/>
                  </a:cubicBezTo>
                  <a:cubicBezTo>
                    <a:pt x="1739900" y="1850695"/>
                    <a:pt x="1798320" y="1780845"/>
                    <a:pt x="1847850" y="1703375"/>
                  </a:cubicBezTo>
                  <a:cubicBezTo>
                    <a:pt x="1896110" y="1628445"/>
                    <a:pt x="1936750" y="1548435"/>
                    <a:pt x="1976120" y="1467155"/>
                  </a:cubicBezTo>
                  <a:cubicBezTo>
                    <a:pt x="2007870" y="1401115"/>
                    <a:pt x="2039620" y="1332535"/>
                    <a:pt x="2056130" y="1260145"/>
                  </a:cubicBezTo>
                  <a:cubicBezTo>
                    <a:pt x="2067560" y="1210615"/>
                    <a:pt x="2077720" y="1159815"/>
                    <a:pt x="2082800" y="1110285"/>
                  </a:cubicBezTo>
                  <a:cubicBezTo>
                    <a:pt x="2086610" y="1072185"/>
                    <a:pt x="2087880" y="1035355"/>
                    <a:pt x="2087880" y="998525"/>
                  </a:cubicBezTo>
                  <a:cubicBezTo>
                    <a:pt x="2087880" y="908355"/>
                    <a:pt x="2082800" y="818185"/>
                    <a:pt x="2067560" y="729285"/>
                  </a:cubicBezTo>
                  <a:cubicBezTo>
                    <a:pt x="2061210" y="693725"/>
                    <a:pt x="2052320" y="659435"/>
                    <a:pt x="2039620" y="626415"/>
                  </a:cubicBezTo>
                  <a:cubicBezTo>
                    <a:pt x="2019300" y="579425"/>
                    <a:pt x="2002790" y="531165"/>
                    <a:pt x="1979930" y="484175"/>
                  </a:cubicBezTo>
                  <a:close/>
                </a:path>
              </a:pathLst>
            </a:custGeom>
            <a:blipFill>
              <a:blip r:embed="rId7"/>
              <a:stretch>
                <a:fillRect l="-1152" t="0" r="-115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-338776">
            <a:off x="-260671" y="7164534"/>
            <a:ext cx="3673407" cy="3762838"/>
            <a:chOff x="0" y="0"/>
            <a:chExt cx="2086610" cy="21374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" y="-305"/>
              <a:ext cx="2087880" cy="2136013"/>
            </a:xfrm>
            <a:custGeom>
              <a:avLst/>
              <a:gdLst/>
              <a:ahLst/>
              <a:cxnLst/>
              <a:rect r="r" b="b" t="t" l="l"/>
              <a:pathLst>
                <a:path h="2136013" w="2087880">
                  <a:moveTo>
                    <a:pt x="1979930" y="484175"/>
                  </a:moveTo>
                  <a:cubicBezTo>
                    <a:pt x="1964690" y="452425"/>
                    <a:pt x="1948180" y="420675"/>
                    <a:pt x="1929130" y="391465"/>
                  </a:cubicBezTo>
                  <a:cubicBezTo>
                    <a:pt x="1908810" y="360985"/>
                    <a:pt x="1888490" y="327965"/>
                    <a:pt x="1861820" y="302565"/>
                  </a:cubicBezTo>
                  <a:cubicBezTo>
                    <a:pt x="1836420" y="278435"/>
                    <a:pt x="1808480" y="255575"/>
                    <a:pt x="1780540" y="233985"/>
                  </a:cubicBezTo>
                  <a:cubicBezTo>
                    <a:pt x="1725930" y="190805"/>
                    <a:pt x="1666240" y="152705"/>
                    <a:pt x="1606550" y="117145"/>
                  </a:cubicBezTo>
                  <a:cubicBezTo>
                    <a:pt x="1537970" y="75235"/>
                    <a:pt x="1461770" y="53645"/>
                    <a:pt x="1384300" y="32055"/>
                  </a:cubicBezTo>
                  <a:cubicBezTo>
                    <a:pt x="1337310" y="19355"/>
                    <a:pt x="1289050" y="9195"/>
                    <a:pt x="1239520" y="2845"/>
                  </a:cubicBezTo>
                  <a:cubicBezTo>
                    <a:pt x="1203960" y="-2235"/>
                    <a:pt x="1165860" y="305"/>
                    <a:pt x="1129030" y="4115"/>
                  </a:cubicBezTo>
                  <a:cubicBezTo>
                    <a:pt x="1079500" y="7925"/>
                    <a:pt x="1029970" y="11735"/>
                    <a:pt x="980440" y="20625"/>
                  </a:cubicBezTo>
                  <a:cubicBezTo>
                    <a:pt x="943610" y="21895"/>
                    <a:pt x="908050" y="23165"/>
                    <a:pt x="869950" y="26975"/>
                  </a:cubicBezTo>
                  <a:cubicBezTo>
                    <a:pt x="850900" y="28245"/>
                    <a:pt x="831850" y="30785"/>
                    <a:pt x="812800" y="33325"/>
                  </a:cubicBezTo>
                  <a:cubicBezTo>
                    <a:pt x="800100" y="35865"/>
                    <a:pt x="788670" y="38405"/>
                    <a:pt x="777240" y="40945"/>
                  </a:cubicBezTo>
                  <a:cubicBezTo>
                    <a:pt x="730250" y="52375"/>
                    <a:pt x="685800" y="72695"/>
                    <a:pt x="645160" y="94285"/>
                  </a:cubicBezTo>
                  <a:cubicBezTo>
                    <a:pt x="562610" y="137465"/>
                    <a:pt x="483870" y="188265"/>
                    <a:pt x="411480" y="245415"/>
                  </a:cubicBezTo>
                  <a:cubicBezTo>
                    <a:pt x="381000" y="269545"/>
                    <a:pt x="351790" y="294945"/>
                    <a:pt x="322580" y="321615"/>
                  </a:cubicBezTo>
                  <a:cubicBezTo>
                    <a:pt x="270510" y="369875"/>
                    <a:pt x="227330" y="427025"/>
                    <a:pt x="187960" y="485445"/>
                  </a:cubicBezTo>
                  <a:cubicBezTo>
                    <a:pt x="158750" y="527355"/>
                    <a:pt x="134620" y="575615"/>
                    <a:pt x="114300" y="621335"/>
                  </a:cubicBezTo>
                  <a:cubicBezTo>
                    <a:pt x="99060" y="655625"/>
                    <a:pt x="82550" y="689915"/>
                    <a:pt x="72390" y="726745"/>
                  </a:cubicBezTo>
                  <a:cubicBezTo>
                    <a:pt x="44450" y="816915"/>
                    <a:pt x="22860" y="908355"/>
                    <a:pt x="8890" y="1001065"/>
                  </a:cubicBezTo>
                  <a:cubicBezTo>
                    <a:pt x="3810" y="1037895"/>
                    <a:pt x="1270" y="1074725"/>
                    <a:pt x="0" y="1112825"/>
                  </a:cubicBezTo>
                  <a:lnTo>
                    <a:pt x="0" y="1163625"/>
                  </a:lnTo>
                  <a:cubicBezTo>
                    <a:pt x="1270" y="1195375"/>
                    <a:pt x="2540" y="1234745"/>
                    <a:pt x="8890" y="1266495"/>
                  </a:cubicBezTo>
                  <a:cubicBezTo>
                    <a:pt x="15240" y="1303325"/>
                    <a:pt x="21590" y="1341425"/>
                    <a:pt x="31750" y="1376985"/>
                  </a:cubicBezTo>
                  <a:cubicBezTo>
                    <a:pt x="54610" y="1450645"/>
                    <a:pt x="78740" y="1525575"/>
                    <a:pt x="118110" y="1592885"/>
                  </a:cubicBezTo>
                  <a:cubicBezTo>
                    <a:pt x="138430" y="1627175"/>
                    <a:pt x="160020" y="1661465"/>
                    <a:pt x="182880" y="1693215"/>
                  </a:cubicBezTo>
                  <a:cubicBezTo>
                    <a:pt x="212090" y="1736395"/>
                    <a:pt x="241300" y="1778305"/>
                    <a:pt x="278130" y="1815135"/>
                  </a:cubicBezTo>
                  <a:cubicBezTo>
                    <a:pt x="322580" y="1860855"/>
                    <a:pt x="374650" y="1901495"/>
                    <a:pt x="427990" y="1937055"/>
                  </a:cubicBezTo>
                  <a:cubicBezTo>
                    <a:pt x="539750" y="2010715"/>
                    <a:pt x="673100" y="2052625"/>
                    <a:pt x="801370" y="2088185"/>
                  </a:cubicBezTo>
                  <a:cubicBezTo>
                    <a:pt x="831850" y="2097075"/>
                    <a:pt x="863600" y="2104695"/>
                    <a:pt x="895350" y="2111045"/>
                  </a:cubicBezTo>
                  <a:cubicBezTo>
                    <a:pt x="944880" y="2121205"/>
                    <a:pt x="994410" y="2132635"/>
                    <a:pt x="1043940" y="2135175"/>
                  </a:cubicBezTo>
                  <a:cubicBezTo>
                    <a:pt x="1083310" y="2137715"/>
                    <a:pt x="1123950" y="2133905"/>
                    <a:pt x="1163320" y="2131365"/>
                  </a:cubicBezTo>
                  <a:cubicBezTo>
                    <a:pt x="1216660" y="2127555"/>
                    <a:pt x="1270000" y="2122475"/>
                    <a:pt x="1323340" y="2111045"/>
                  </a:cubicBezTo>
                  <a:cubicBezTo>
                    <a:pt x="1375410" y="2099615"/>
                    <a:pt x="1424940" y="2081835"/>
                    <a:pt x="1473200" y="2060245"/>
                  </a:cubicBezTo>
                  <a:cubicBezTo>
                    <a:pt x="1549400" y="2027225"/>
                    <a:pt x="1623060" y="1981505"/>
                    <a:pt x="1678940" y="1919275"/>
                  </a:cubicBezTo>
                  <a:cubicBezTo>
                    <a:pt x="1739900" y="1850695"/>
                    <a:pt x="1798320" y="1780845"/>
                    <a:pt x="1847850" y="1703375"/>
                  </a:cubicBezTo>
                  <a:cubicBezTo>
                    <a:pt x="1896110" y="1628445"/>
                    <a:pt x="1936750" y="1548435"/>
                    <a:pt x="1976120" y="1467155"/>
                  </a:cubicBezTo>
                  <a:cubicBezTo>
                    <a:pt x="2007870" y="1401115"/>
                    <a:pt x="2039620" y="1332535"/>
                    <a:pt x="2056130" y="1260145"/>
                  </a:cubicBezTo>
                  <a:cubicBezTo>
                    <a:pt x="2067560" y="1210615"/>
                    <a:pt x="2077720" y="1159815"/>
                    <a:pt x="2082800" y="1110285"/>
                  </a:cubicBezTo>
                  <a:cubicBezTo>
                    <a:pt x="2086610" y="1072185"/>
                    <a:pt x="2087880" y="1035355"/>
                    <a:pt x="2087880" y="998525"/>
                  </a:cubicBezTo>
                  <a:cubicBezTo>
                    <a:pt x="2087880" y="908355"/>
                    <a:pt x="2082800" y="818185"/>
                    <a:pt x="2067560" y="729285"/>
                  </a:cubicBezTo>
                  <a:cubicBezTo>
                    <a:pt x="2061210" y="693725"/>
                    <a:pt x="2052320" y="659435"/>
                    <a:pt x="2039620" y="626415"/>
                  </a:cubicBezTo>
                  <a:cubicBezTo>
                    <a:pt x="2019300" y="579425"/>
                    <a:pt x="2002790" y="531165"/>
                    <a:pt x="1979930" y="484175"/>
                  </a:cubicBezTo>
                  <a:close/>
                </a:path>
              </a:pathLst>
            </a:custGeom>
            <a:blipFill>
              <a:blip r:embed="rId8"/>
              <a:stretch>
                <a:fillRect l="-1152" t="0" r="-1152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4716947" y="6434971"/>
            <a:ext cx="7591995" cy="281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17"/>
              </a:lnSpc>
              <a:spcBef>
                <a:spcPct val="0"/>
              </a:spcBef>
            </a:pPr>
            <a:r>
              <a:rPr lang="en-US" sz="1925" spc="192">
                <a:solidFill>
                  <a:srgbClr val="171819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App Móvil + Códigos QR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152128" y="6262462"/>
            <a:ext cx="421185" cy="707214"/>
          </a:xfrm>
          <a:custGeom>
            <a:avLst/>
            <a:gdLst/>
            <a:ahLst/>
            <a:cxnLst/>
            <a:rect r="r" b="b" t="t" l="l"/>
            <a:pathLst>
              <a:path h="707214" w="421185">
                <a:moveTo>
                  <a:pt x="0" y="0"/>
                </a:moveTo>
                <a:lnTo>
                  <a:pt x="421186" y="0"/>
                </a:lnTo>
                <a:lnTo>
                  <a:pt x="421186" y="707214"/>
                </a:lnTo>
                <a:lnTo>
                  <a:pt x="0" y="7072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043897" y="7063334"/>
            <a:ext cx="637559" cy="388121"/>
          </a:xfrm>
          <a:custGeom>
            <a:avLst/>
            <a:gdLst/>
            <a:ahLst/>
            <a:cxnLst/>
            <a:rect r="r" b="b" t="t" l="l"/>
            <a:pathLst>
              <a:path h="388121" w="637559">
                <a:moveTo>
                  <a:pt x="0" y="0"/>
                </a:moveTo>
                <a:lnTo>
                  <a:pt x="637559" y="0"/>
                </a:lnTo>
                <a:lnTo>
                  <a:pt x="637559" y="388121"/>
                </a:lnTo>
                <a:lnTo>
                  <a:pt x="0" y="3881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105318" y="7710438"/>
            <a:ext cx="491580" cy="411726"/>
          </a:xfrm>
          <a:custGeom>
            <a:avLst/>
            <a:gdLst/>
            <a:ahLst/>
            <a:cxnLst/>
            <a:rect r="r" b="b" t="t" l="l"/>
            <a:pathLst>
              <a:path h="411726" w="491580">
                <a:moveTo>
                  <a:pt x="0" y="0"/>
                </a:moveTo>
                <a:lnTo>
                  <a:pt x="491580" y="0"/>
                </a:lnTo>
                <a:lnTo>
                  <a:pt x="491580" y="411726"/>
                </a:lnTo>
                <a:lnTo>
                  <a:pt x="0" y="41172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716947" y="7099549"/>
            <a:ext cx="7591995" cy="281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17"/>
              </a:lnSpc>
              <a:spcBef>
                <a:spcPct val="0"/>
              </a:spcBef>
            </a:pPr>
            <a:r>
              <a:rPr lang="en-US" sz="1925" spc="192">
                <a:solidFill>
                  <a:srgbClr val="171819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Pagos en Línea Integrados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16947" y="7765749"/>
            <a:ext cx="7591995" cy="281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17"/>
              </a:lnSpc>
              <a:spcBef>
                <a:spcPct val="0"/>
              </a:spcBef>
            </a:pPr>
            <a:r>
              <a:rPr lang="en-US" sz="1925" spc="192">
                <a:solidFill>
                  <a:srgbClr val="171819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IA + Estadísticas Avanzadas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20704" y="3870455"/>
            <a:ext cx="10046592" cy="150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32"/>
              </a:lnSpc>
              <a:spcBef>
                <a:spcPct val="0"/>
              </a:spcBef>
            </a:pPr>
            <a:r>
              <a:rPr lang="en-US" sz="2021">
                <a:solidFill>
                  <a:srgbClr val="171819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Power Code está diseñado para crecer. Nuestro roadmap incluye: desarrollo de app móvil nativa, integración de códigos QR para acceso rápido, sistema de pagos en línea, inteligencia artificial para rutinas personalizadas y estadísticas avanzadas de rendimiento.</a:t>
            </a:r>
          </a:p>
        </p:txBody>
      </p:sp>
    </p:spTree>
  </p:cSld>
  <p:clrMapOvr>
    <a:masterClrMapping/>
  </p:clrMapOvr>
  <p:transition spd="slow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D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468398">
            <a:off x="14630400" y="6051397"/>
            <a:ext cx="7315200" cy="3291840"/>
          </a:xfrm>
          <a:custGeom>
            <a:avLst/>
            <a:gdLst/>
            <a:ahLst/>
            <a:cxnLst/>
            <a:rect r="r" b="b" t="t" l="l"/>
            <a:pathLst>
              <a:path h="3291840" w="7315200">
                <a:moveTo>
                  <a:pt x="0" y="0"/>
                </a:moveTo>
                <a:lnTo>
                  <a:pt x="7315200" y="0"/>
                </a:lnTo>
                <a:lnTo>
                  <a:pt x="7315200" y="3291840"/>
                </a:lnTo>
                <a:lnTo>
                  <a:pt x="0" y="32918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65599" y="7354701"/>
            <a:ext cx="8173987" cy="2145672"/>
          </a:xfrm>
          <a:custGeom>
            <a:avLst/>
            <a:gdLst/>
            <a:ahLst/>
            <a:cxnLst/>
            <a:rect r="r" b="b" t="t" l="l"/>
            <a:pathLst>
              <a:path h="2145672" w="8173987">
                <a:moveTo>
                  <a:pt x="0" y="0"/>
                </a:moveTo>
                <a:lnTo>
                  <a:pt x="8173987" y="0"/>
                </a:lnTo>
                <a:lnTo>
                  <a:pt x="8173987" y="2145671"/>
                </a:lnTo>
                <a:lnTo>
                  <a:pt x="0" y="21456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688536" y="1811421"/>
            <a:ext cx="7951051" cy="7118947"/>
            <a:chOff x="0" y="0"/>
            <a:chExt cx="2094104" cy="1874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94104" cy="1874949"/>
            </a:xfrm>
            <a:custGeom>
              <a:avLst/>
              <a:gdLst/>
              <a:ahLst/>
              <a:cxnLst/>
              <a:rect r="r" b="b" t="t" l="l"/>
              <a:pathLst>
                <a:path h="1874949" w="2094104">
                  <a:moveTo>
                    <a:pt x="49659" y="0"/>
                  </a:moveTo>
                  <a:lnTo>
                    <a:pt x="2044445" y="0"/>
                  </a:lnTo>
                  <a:cubicBezTo>
                    <a:pt x="2071871" y="0"/>
                    <a:pt x="2094104" y="22233"/>
                    <a:pt x="2094104" y="49659"/>
                  </a:cubicBezTo>
                  <a:lnTo>
                    <a:pt x="2094104" y="1825290"/>
                  </a:lnTo>
                  <a:cubicBezTo>
                    <a:pt x="2094104" y="1852716"/>
                    <a:pt x="2071871" y="1874949"/>
                    <a:pt x="2044445" y="1874949"/>
                  </a:cubicBezTo>
                  <a:lnTo>
                    <a:pt x="49659" y="1874949"/>
                  </a:lnTo>
                  <a:cubicBezTo>
                    <a:pt x="22233" y="1874949"/>
                    <a:pt x="0" y="1852716"/>
                    <a:pt x="0" y="1825290"/>
                  </a:cubicBezTo>
                  <a:lnTo>
                    <a:pt x="0" y="49659"/>
                  </a:lnTo>
                  <a:cubicBezTo>
                    <a:pt x="0" y="22233"/>
                    <a:pt x="22233" y="0"/>
                    <a:pt x="49659" y="0"/>
                  </a:cubicBezTo>
                  <a:close/>
                </a:path>
              </a:pathLst>
            </a:custGeom>
            <a:solidFill>
              <a:srgbClr val="FFFEF8"/>
            </a:solidFill>
            <a:ln w="38100" cap="rnd">
              <a:solidFill>
                <a:srgbClr val="171819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094104" cy="1903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119840">
            <a:off x="8577068" y="1462936"/>
            <a:ext cx="8173987" cy="2145672"/>
          </a:xfrm>
          <a:custGeom>
            <a:avLst/>
            <a:gdLst/>
            <a:ahLst/>
            <a:cxnLst/>
            <a:rect r="r" b="b" t="t" l="l"/>
            <a:pathLst>
              <a:path h="2145672" w="8173987">
                <a:moveTo>
                  <a:pt x="0" y="0"/>
                </a:moveTo>
                <a:lnTo>
                  <a:pt x="8173987" y="0"/>
                </a:lnTo>
                <a:lnTo>
                  <a:pt x="8173987" y="2145672"/>
                </a:lnTo>
                <a:lnTo>
                  <a:pt x="0" y="2145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198024">
            <a:off x="8080564" y="1494890"/>
            <a:ext cx="9371852" cy="1485597"/>
            <a:chOff x="0" y="0"/>
            <a:chExt cx="2683446" cy="4253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83446" cy="425371"/>
            </a:xfrm>
            <a:custGeom>
              <a:avLst/>
              <a:gdLst/>
              <a:ahLst/>
              <a:cxnLst/>
              <a:rect r="r" b="b" t="t" l="l"/>
              <a:pathLst>
                <a:path h="425371" w="2683446">
                  <a:moveTo>
                    <a:pt x="41820" y="0"/>
                  </a:moveTo>
                  <a:lnTo>
                    <a:pt x="2641625" y="0"/>
                  </a:lnTo>
                  <a:cubicBezTo>
                    <a:pt x="2664722" y="0"/>
                    <a:pt x="2683446" y="18724"/>
                    <a:pt x="2683446" y="41820"/>
                  </a:cubicBezTo>
                  <a:lnTo>
                    <a:pt x="2683446" y="383551"/>
                  </a:lnTo>
                  <a:cubicBezTo>
                    <a:pt x="2683446" y="406648"/>
                    <a:pt x="2664722" y="425371"/>
                    <a:pt x="2641625" y="425371"/>
                  </a:cubicBezTo>
                  <a:lnTo>
                    <a:pt x="41820" y="425371"/>
                  </a:lnTo>
                  <a:cubicBezTo>
                    <a:pt x="18724" y="425371"/>
                    <a:pt x="0" y="406648"/>
                    <a:pt x="0" y="383551"/>
                  </a:cubicBezTo>
                  <a:lnTo>
                    <a:pt x="0" y="41820"/>
                  </a:lnTo>
                  <a:cubicBezTo>
                    <a:pt x="0" y="18724"/>
                    <a:pt x="18724" y="0"/>
                    <a:pt x="41820" y="0"/>
                  </a:cubicBezTo>
                  <a:close/>
                </a:path>
              </a:pathLst>
            </a:custGeom>
            <a:solidFill>
              <a:srgbClr val="E4ED81"/>
            </a:solidFill>
            <a:ln w="38100" cap="rnd">
              <a:solidFill>
                <a:srgbClr val="171819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683446" cy="453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3224586">
            <a:off x="4751536" y="-2343652"/>
            <a:ext cx="3785616" cy="4114800"/>
          </a:xfrm>
          <a:custGeom>
            <a:avLst/>
            <a:gdLst/>
            <a:ahLst/>
            <a:cxnLst/>
            <a:rect r="r" b="b" t="t" l="l"/>
            <a:pathLst>
              <a:path h="4114800" w="3785616">
                <a:moveTo>
                  <a:pt x="0" y="0"/>
                </a:moveTo>
                <a:lnTo>
                  <a:pt x="3785616" y="0"/>
                </a:lnTo>
                <a:lnTo>
                  <a:pt x="37856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194300">
            <a:off x="7410396" y="1619222"/>
            <a:ext cx="10584562" cy="112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24"/>
              </a:lnSpc>
              <a:spcBef>
                <a:spcPct val="0"/>
              </a:spcBef>
            </a:pPr>
            <a:r>
              <a:rPr lang="en-US" b="true" sz="7353">
                <a:solidFill>
                  <a:srgbClr val="FF681D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Conclusión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3359226" y="3958034"/>
            <a:ext cx="8044413" cy="7079084"/>
          </a:xfrm>
          <a:custGeom>
            <a:avLst/>
            <a:gdLst/>
            <a:ahLst/>
            <a:cxnLst/>
            <a:rect r="r" b="b" t="t" l="l"/>
            <a:pathLst>
              <a:path h="7079084" w="8044413">
                <a:moveTo>
                  <a:pt x="0" y="0"/>
                </a:moveTo>
                <a:lnTo>
                  <a:pt x="8044413" y="0"/>
                </a:lnTo>
                <a:lnTo>
                  <a:pt x="8044413" y="7079083"/>
                </a:lnTo>
                <a:lnTo>
                  <a:pt x="0" y="70790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617697" y="1539671"/>
            <a:ext cx="5389146" cy="7718629"/>
            <a:chOff x="0" y="0"/>
            <a:chExt cx="443357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3357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33570">
                  <a:moveTo>
                    <a:pt x="4433570" y="0"/>
                  </a:moveTo>
                  <a:lnTo>
                    <a:pt x="4433570" y="6350000"/>
                  </a:lnTo>
                  <a:lnTo>
                    <a:pt x="0" y="6350000"/>
                  </a:lnTo>
                  <a:lnTo>
                    <a:pt x="0" y="4433570"/>
                  </a:lnTo>
                  <a:cubicBezTo>
                    <a:pt x="0" y="1985010"/>
                    <a:pt x="1985010" y="0"/>
                    <a:pt x="4433570" y="0"/>
                  </a:cubicBezTo>
                  <a:close/>
                </a:path>
              </a:pathLst>
            </a:custGeom>
            <a:solidFill>
              <a:srgbClr val="838FC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81601" y="1211739"/>
            <a:ext cx="5389146" cy="7718629"/>
            <a:chOff x="0" y="0"/>
            <a:chExt cx="443357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3357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33570">
                  <a:moveTo>
                    <a:pt x="4433570" y="0"/>
                  </a:moveTo>
                  <a:lnTo>
                    <a:pt x="4433570" y="6350000"/>
                  </a:lnTo>
                  <a:lnTo>
                    <a:pt x="0" y="6350000"/>
                  </a:lnTo>
                  <a:lnTo>
                    <a:pt x="0" y="4433570"/>
                  </a:lnTo>
                  <a:cubicBezTo>
                    <a:pt x="0" y="1985010"/>
                    <a:pt x="1985010" y="0"/>
                    <a:pt x="443357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1814" r="0" b="-1814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346927" y="3784447"/>
            <a:ext cx="6634269" cy="388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6"/>
              </a:lnSpc>
              <a:spcBef>
                <a:spcPct val="0"/>
              </a:spcBef>
            </a:pPr>
            <a:r>
              <a:rPr lang="en-US" sz="2057">
                <a:solidFill>
                  <a:srgbClr val="17181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Power Code representa una solución moderna, funcional y escalable que transforma la administración de gimnasios. Nuestra aplicación web centraliza la gestión de usuarios, membresías y pagos, eliminando procesos manuales y reduciendo errores. Con tecnología robusta y una interfaz intuitiva, Power Code permite a los gimnasios optimizar sus operaciones y brindar mejor atención a sus clientes. El futuro incluye app móvil, códigos QR, pagos en línea e inteligencia artificial para rutinas personalizadas.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DAHHaPGwnCI</dc:identifier>
  <dcterms:modified xsi:type="dcterms:W3CDTF">2011-08-01T06:04:30Z</dcterms:modified>
  <cp:revision>1</cp:revision>
  <dc:title>KPIs Power Code</dc:title>
</cp:coreProperties>
</file>